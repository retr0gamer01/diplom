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86" r:id="rId2"/>
    <p:sldMasterId id="2147483689" r:id="rId3"/>
    <p:sldMasterId id="2147483694" r:id="rId4"/>
  </p:sldMasterIdLst>
  <p:notesMasterIdLst>
    <p:notesMasterId r:id="rId27"/>
  </p:notesMasterIdLst>
  <p:handoutMasterIdLst>
    <p:handoutMasterId r:id="rId28"/>
  </p:handoutMasterIdLst>
  <p:sldIdLst>
    <p:sldId id="315" r:id="rId5"/>
    <p:sldId id="326" r:id="rId6"/>
    <p:sldId id="312" r:id="rId7"/>
    <p:sldId id="263" r:id="rId8"/>
    <p:sldId id="268" r:id="rId9"/>
    <p:sldId id="296" r:id="rId10"/>
    <p:sldId id="274" r:id="rId11"/>
    <p:sldId id="273" r:id="rId12"/>
    <p:sldId id="271" r:id="rId13"/>
    <p:sldId id="29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298" r:id="rId25"/>
    <p:sldId id="26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" userDrawn="1">
          <p15:clr>
            <a:srgbClr val="A4A3A4"/>
          </p15:clr>
        </p15:guide>
        <p15:guide id="4" pos="7440" userDrawn="1">
          <p15:clr>
            <a:srgbClr val="A4A3A4"/>
          </p15:clr>
        </p15:guide>
        <p15:guide id="7" orient="horz" pos="24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33F4"/>
    <a:srgbClr val="FFFFFF"/>
    <a:srgbClr val="7F00F9"/>
    <a:srgbClr val="6F12D2"/>
    <a:srgbClr val="9A5DFB"/>
    <a:srgbClr val="340864"/>
    <a:srgbClr val="C6ADFF"/>
    <a:srgbClr val="E6E6E6"/>
    <a:srgbClr val="626267"/>
    <a:srgbClr val="D2D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89" autoAdjust="0"/>
    <p:restoredTop sz="94660"/>
  </p:normalViewPr>
  <p:slideViewPr>
    <p:cSldViewPr snapToGrid="0" showGuides="1">
      <p:cViewPr varScale="1">
        <p:scale>
          <a:sx n="160" d="100"/>
          <a:sy n="160" d="100"/>
        </p:scale>
        <p:origin x="468" y="138"/>
      </p:cViewPr>
      <p:guideLst>
        <p:guide pos="216"/>
        <p:guide pos="7440"/>
        <p:guide orient="horz" pos="24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19" d="100"/>
          <a:sy n="119" d="100"/>
        </p:scale>
        <p:origin x="4992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3E53B5-94BE-485A-BDBD-7A9C975AA2D2}" type="doc">
      <dgm:prSet loTypeId="urn:microsoft.com/office/officeart/2005/8/layout/process1" loCatId="process" qsTypeId="urn:microsoft.com/office/officeart/2005/8/quickstyle/simple5" qsCatId="simple" csTypeId="urn:microsoft.com/office/officeart/2005/8/colors/accent1_2" csCatId="accent1" phldr="1"/>
      <dgm:spPr/>
    </dgm:pt>
    <dgm:pt modelId="{098BB093-594E-4AE3-A117-1F1A424A335F}">
      <dgm:prSet phldrT="[Текст]"/>
      <dgm:spPr/>
      <dgm:t>
        <a:bodyPr/>
        <a:lstStyle/>
        <a:p>
          <a:r>
            <a:rPr lang="ru-RU" dirty="0"/>
            <a:t>Пользователь</a:t>
          </a:r>
        </a:p>
      </dgm:t>
    </dgm:pt>
    <dgm:pt modelId="{54A4A0AD-9E0B-439A-8BC1-2DF0DFB898FC}" type="parTrans" cxnId="{8F9BDD83-0D2A-4E65-9DE1-FDBCCA710890}">
      <dgm:prSet/>
      <dgm:spPr/>
      <dgm:t>
        <a:bodyPr/>
        <a:lstStyle/>
        <a:p>
          <a:endParaRPr lang="ru-RU"/>
        </a:p>
      </dgm:t>
    </dgm:pt>
    <dgm:pt modelId="{BDAEBF10-94C1-47B7-8652-411F940DCD12}" type="sibTrans" cxnId="{8F9BDD83-0D2A-4E65-9DE1-FDBCCA710890}">
      <dgm:prSet/>
      <dgm:spPr/>
      <dgm:t>
        <a:bodyPr/>
        <a:lstStyle/>
        <a:p>
          <a:endParaRPr lang="ru-RU"/>
        </a:p>
      </dgm:t>
    </dgm:pt>
    <dgm:pt modelId="{497DA09D-EDD8-4BA6-A04B-D83054CC0C6B}">
      <dgm:prSet phldrT="[Текст]"/>
      <dgm:spPr/>
      <dgm:t>
        <a:bodyPr/>
        <a:lstStyle/>
        <a:p>
          <a:r>
            <a:rPr lang="ru-RU" dirty="0"/>
            <a:t>Авторизация</a:t>
          </a:r>
        </a:p>
      </dgm:t>
    </dgm:pt>
    <dgm:pt modelId="{89C8D2BC-BDF2-404A-A986-397F5DCBB989}" type="parTrans" cxnId="{36C6DB34-CA4B-4BDC-A9FD-F20CF80EF1B5}">
      <dgm:prSet/>
      <dgm:spPr/>
      <dgm:t>
        <a:bodyPr/>
        <a:lstStyle/>
        <a:p>
          <a:endParaRPr lang="ru-RU"/>
        </a:p>
      </dgm:t>
    </dgm:pt>
    <dgm:pt modelId="{91433AF1-E53E-4A32-9F93-201F97F4D911}" type="sibTrans" cxnId="{36C6DB34-CA4B-4BDC-A9FD-F20CF80EF1B5}">
      <dgm:prSet/>
      <dgm:spPr/>
      <dgm:t>
        <a:bodyPr/>
        <a:lstStyle/>
        <a:p>
          <a:endParaRPr lang="ru-RU"/>
        </a:p>
      </dgm:t>
    </dgm:pt>
    <dgm:pt modelId="{BF7687AD-54A0-417F-9671-B6636DB7084E}">
      <dgm:prSet phldrT="[Текст]"/>
      <dgm:spPr/>
      <dgm:t>
        <a:bodyPr/>
        <a:lstStyle/>
        <a:p>
          <a:r>
            <a:rPr lang="ru-RU" dirty="0"/>
            <a:t>Модули</a:t>
          </a:r>
        </a:p>
      </dgm:t>
    </dgm:pt>
    <dgm:pt modelId="{D88F4F2A-471F-4308-83FD-778E604FC18E}" type="parTrans" cxnId="{5FA35575-BD65-4724-9D0F-E7FC17C367D3}">
      <dgm:prSet/>
      <dgm:spPr/>
      <dgm:t>
        <a:bodyPr/>
        <a:lstStyle/>
        <a:p>
          <a:endParaRPr lang="ru-RU"/>
        </a:p>
      </dgm:t>
    </dgm:pt>
    <dgm:pt modelId="{BACF7315-1C28-4DA0-81E8-B068B3AC0A1A}" type="sibTrans" cxnId="{5FA35575-BD65-4724-9D0F-E7FC17C367D3}">
      <dgm:prSet/>
      <dgm:spPr/>
      <dgm:t>
        <a:bodyPr/>
        <a:lstStyle/>
        <a:p>
          <a:endParaRPr lang="ru-RU"/>
        </a:p>
      </dgm:t>
    </dgm:pt>
    <dgm:pt modelId="{29B61BF1-EBD3-4B6F-A531-1B6F0278265B}">
      <dgm:prSet/>
      <dgm:spPr/>
      <dgm:t>
        <a:bodyPr/>
        <a:lstStyle/>
        <a:p>
          <a:r>
            <a:rPr lang="ru-RU" dirty="0"/>
            <a:t>БД</a:t>
          </a:r>
        </a:p>
      </dgm:t>
    </dgm:pt>
    <dgm:pt modelId="{50A94CF8-DEDE-4871-9A32-6E053049BE67}" type="parTrans" cxnId="{D11F3D5C-B73E-4551-BCC5-1116DC4C5B51}">
      <dgm:prSet/>
      <dgm:spPr/>
      <dgm:t>
        <a:bodyPr/>
        <a:lstStyle/>
        <a:p>
          <a:endParaRPr lang="ru-RU"/>
        </a:p>
      </dgm:t>
    </dgm:pt>
    <dgm:pt modelId="{48997FAD-5F9D-42BA-BAFC-001EF45E274D}" type="sibTrans" cxnId="{D11F3D5C-B73E-4551-BCC5-1116DC4C5B51}">
      <dgm:prSet/>
      <dgm:spPr/>
      <dgm:t>
        <a:bodyPr/>
        <a:lstStyle/>
        <a:p>
          <a:endParaRPr lang="ru-RU"/>
        </a:p>
      </dgm:t>
    </dgm:pt>
    <dgm:pt modelId="{C0C4B54C-868F-4789-B3F7-063091FABD03}">
      <dgm:prSet/>
      <dgm:spPr/>
      <dgm:t>
        <a:bodyPr/>
        <a:lstStyle/>
        <a:p>
          <a:r>
            <a:rPr lang="ru-RU" dirty="0"/>
            <a:t>Интерфейс</a:t>
          </a:r>
        </a:p>
      </dgm:t>
    </dgm:pt>
    <dgm:pt modelId="{02ED189C-B097-4C5C-B4F3-31A0A9D50E5A}" type="parTrans" cxnId="{7B73E997-3FDE-4D20-87E5-01ED88E6AC2B}">
      <dgm:prSet/>
      <dgm:spPr/>
      <dgm:t>
        <a:bodyPr/>
        <a:lstStyle/>
        <a:p>
          <a:endParaRPr lang="ru-RU"/>
        </a:p>
      </dgm:t>
    </dgm:pt>
    <dgm:pt modelId="{A4A3E2A5-E335-4AAF-AFDB-64AF1E78494D}" type="sibTrans" cxnId="{7B73E997-3FDE-4D20-87E5-01ED88E6AC2B}">
      <dgm:prSet/>
      <dgm:spPr/>
      <dgm:t>
        <a:bodyPr/>
        <a:lstStyle/>
        <a:p>
          <a:endParaRPr lang="ru-RU"/>
        </a:p>
      </dgm:t>
    </dgm:pt>
    <dgm:pt modelId="{54382794-9F5C-4F10-8B20-8847439EF99B}" type="pres">
      <dgm:prSet presAssocID="{833E53B5-94BE-485A-BDBD-7A9C975AA2D2}" presName="Name0" presStyleCnt="0">
        <dgm:presLayoutVars>
          <dgm:dir/>
          <dgm:resizeHandles val="exact"/>
        </dgm:presLayoutVars>
      </dgm:prSet>
      <dgm:spPr/>
    </dgm:pt>
    <dgm:pt modelId="{509FB892-D5E4-473A-84FC-365536C09195}" type="pres">
      <dgm:prSet presAssocID="{098BB093-594E-4AE3-A117-1F1A424A335F}" presName="node" presStyleLbl="node1" presStyleIdx="0" presStyleCnt="5">
        <dgm:presLayoutVars>
          <dgm:bulletEnabled val="1"/>
        </dgm:presLayoutVars>
      </dgm:prSet>
      <dgm:spPr/>
    </dgm:pt>
    <dgm:pt modelId="{112D47D7-A6FF-4DEC-8ED0-048BF3DB4544}" type="pres">
      <dgm:prSet presAssocID="{BDAEBF10-94C1-47B7-8652-411F940DCD12}" presName="sibTrans" presStyleLbl="sibTrans2D1" presStyleIdx="0" presStyleCnt="4"/>
      <dgm:spPr/>
    </dgm:pt>
    <dgm:pt modelId="{A04AB3A5-E8FD-4447-947F-30281383AC95}" type="pres">
      <dgm:prSet presAssocID="{BDAEBF10-94C1-47B7-8652-411F940DCD12}" presName="connectorText" presStyleLbl="sibTrans2D1" presStyleIdx="0" presStyleCnt="4"/>
      <dgm:spPr/>
    </dgm:pt>
    <dgm:pt modelId="{D58B8FBB-5792-4A23-9C47-FBACE8314E5F}" type="pres">
      <dgm:prSet presAssocID="{497DA09D-EDD8-4BA6-A04B-D83054CC0C6B}" presName="node" presStyleLbl="node1" presStyleIdx="1" presStyleCnt="5">
        <dgm:presLayoutVars>
          <dgm:bulletEnabled val="1"/>
        </dgm:presLayoutVars>
      </dgm:prSet>
      <dgm:spPr/>
    </dgm:pt>
    <dgm:pt modelId="{8A69C400-858D-49E9-B3CB-8B1F2EBB059F}" type="pres">
      <dgm:prSet presAssocID="{91433AF1-E53E-4A32-9F93-201F97F4D911}" presName="sibTrans" presStyleLbl="sibTrans2D1" presStyleIdx="1" presStyleCnt="4"/>
      <dgm:spPr/>
    </dgm:pt>
    <dgm:pt modelId="{D5E4CB78-7AB3-4701-88F0-8A52C140A8C6}" type="pres">
      <dgm:prSet presAssocID="{91433AF1-E53E-4A32-9F93-201F97F4D911}" presName="connectorText" presStyleLbl="sibTrans2D1" presStyleIdx="1" presStyleCnt="4"/>
      <dgm:spPr/>
    </dgm:pt>
    <dgm:pt modelId="{B96DC0AB-D9A6-45D1-8918-ECF1EF3DFE9D}" type="pres">
      <dgm:prSet presAssocID="{BF7687AD-54A0-417F-9671-B6636DB7084E}" presName="node" presStyleLbl="node1" presStyleIdx="2" presStyleCnt="5">
        <dgm:presLayoutVars>
          <dgm:bulletEnabled val="1"/>
        </dgm:presLayoutVars>
      </dgm:prSet>
      <dgm:spPr/>
    </dgm:pt>
    <dgm:pt modelId="{C186CF47-ED89-4108-8B5F-88BEED361F71}" type="pres">
      <dgm:prSet presAssocID="{BACF7315-1C28-4DA0-81E8-B068B3AC0A1A}" presName="sibTrans" presStyleLbl="sibTrans2D1" presStyleIdx="2" presStyleCnt="4"/>
      <dgm:spPr/>
    </dgm:pt>
    <dgm:pt modelId="{FF360431-DF90-463D-AEBA-2DB5D9DABDCC}" type="pres">
      <dgm:prSet presAssocID="{BACF7315-1C28-4DA0-81E8-B068B3AC0A1A}" presName="connectorText" presStyleLbl="sibTrans2D1" presStyleIdx="2" presStyleCnt="4"/>
      <dgm:spPr/>
    </dgm:pt>
    <dgm:pt modelId="{C0B6F2BF-6589-4C38-B5CE-28F2283655F4}" type="pres">
      <dgm:prSet presAssocID="{29B61BF1-EBD3-4B6F-A531-1B6F0278265B}" presName="node" presStyleLbl="node1" presStyleIdx="3" presStyleCnt="5">
        <dgm:presLayoutVars>
          <dgm:bulletEnabled val="1"/>
        </dgm:presLayoutVars>
      </dgm:prSet>
      <dgm:spPr/>
    </dgm:pt>
    <dgm:pt modelId="{773EBD89-A513-4C7C-A8B5-BDF0359E2FED}" type="pres">
      <dgm:prSet presAssocID="{48997FAD-5F9D-42BA-BAFC-001EF45E274D}" presName="sibTrans" presStyleLbl="sibTrans2D1" presStyleIdx="3" presStyleCnt="4"/>
      <dgm:spPr/>
    </dgm:pt>
    <dgm:pt modelId="{DECDE5D6-746A-4E2A-9DDF-5600547D216C}" type="pres">
      <dgm:prSet presAssocID="{48997FAD-5F9D-42BA-BAFC-001EF45E274D}" presName="connectorText" presStyleLbl="sibTrans2D1" presStyleIdx="3" presStyleCnt="4"/>
      <dgm:spPr/>
    </dgm:pt>
    <dgm:pt modelId="{B2D81EEA-C21E-4743-A44B-49018E80F214}" type="pres">
      <dgm:prSet presAssocID="{C0C4B54C-868F-4789-B3F7-063091FABD03}" presName="node" presStyleLbl="node1" presStyleIdx="4" presStyleCnt="5">
        <dgm:presLayoutVars>
          <dgm:bulletEnabled val="1"/>
        </dgm:presLayoutVars>
      </dgm:prSet>
      <dgm:spPr/>
    </dgm:pt>
  </dgm:ptLst>
  <dgm:cxnLst>
    <dgm:cxn modelId="{BC325D02-6F61-4B51-9B1B-7C86461410B1}" type="presOf" srcId="{BACF7315-1C28-4DA0-81E8-B068B3AC0A1A}" destId="{C186CF47-ED89-4108-8B5F-88BEED361F71}" srcOrd="0" destOrd="0" presId="urn:microsoft.com/office/officeart/2005/8/layout/process1"/>
    <dgm:cxn modelId="{707C6609-DBC3-4F16-BBEA-6E50481F519C}" type="presOf" srcId="{BACF7315-1C28-4DA0-81E8-B068B3AC0A1A}" destId="{FF360431-DF90-463D-AEBA-2DB5D9DABDCC}" srcOrd="1" destOrd="0" presId="urn:microsoft.com/office/officeart/2005/8/layout/process1"/>
    <dgm:cxn modelId="{B957CE14-D533-4681-A44D-7A4F6946CB8C}" type="presOf" srcId="{48997FAD-5F9D-42BA-BAFC-001EF45E274D}" destId="{773EBD89-A513-4C7C-A8B5-BDF0359E2FED}" srcOrd="0" destOrd="0" presId="urn:microsoft.com/office/officeart/2005/8/layout/process1"/>
    <dgm:cxn modelId="{3776232E-C3FF-44BB-B738-8C67EE2C9D12}" type="presOf" srcId="{098BB093-594E-4AE3-A117-1F1A424A335F}" destId="{509FB892-D5E4-473A-84FC-365536C09195}" srcOrd="0" destOrd="0" presId="urn:microsoft.com/office/officeart/2005/8/layout/process1"/>
    <dgm:cxn modelId="{36C6DB34-CA4B-4BDC-A9FD-F20CF80EF1B5}" srcId="{833E53B5-94BE-485A-BDBD-7A9C975AA2D2}" destId="{497DA09D-EDD8-4BA6-A04B-D83054CC0C6B}" srcOrd="1" destOrd="0" parTransId="{89C8D2BC-BDF2-404A-A986-397F5DCBB989}" sibTransId="{91433AF1-E53E-4A32-9F93-201F97F4D911}"/>
    <dgm:cxn modelId="{D109EF3D-C3AE-4CE1-B259-D59B0BE4DAEE}" type="presOf" srcId="{497DA09D-EDD8-4BA6-A04B-D83054CC0C6B}" destId="{D58B8FBB-5792-4A23-9C47-FBACE8314E5F}" srcOrd="0" destOrd="0" presId="urn:microsoft.com/office/officeart/2005/8/layout/process1"/>
    <dgm:cxn modelId="{D11F3D5C-B73E-4551-BCC5-1116DC4C5B51}" srcId="{833E53B5-94BE-485A-BDBD-7A9C975AA2D2}" destId="{29B61BF1-EBD3-4B6F-A531-1B6F0278265B}" srcOrd="3" destOrd="0" parTransId="{50A94CF8-DEDE-4871-9A32-6E053049BE67}" sibTransId="{48997FAD-5F9D-42BA-BAFC-001EF45E274D}"/>
    <dgm:cxn modelId="{4F1E2B61-1BD3-4FAB-A89C-86F37E63AFB8}" type="presOf" srcId="{91433AF1-E53E-4A32-9F93-201F97F4D911}" destId="{8A69C400-858D-49E9-B3CB-8B1F2EBB059F}" srcOrd="0" destOrd="0" presId="urn:microsoft.com/office/officeart/2005/8/layout/process1"/>
    <dgm:cxn modelId="{5FA35575-BD65-4724-9D0F-E7FC17C367D3}" srcId="{833E53B5-94BE-485A-BDBD-7A9C975AA2D2}" destId="{BF7687AD-54A0-417F-9671-B6636DB7084E}" srcOrd="2" destOrd="0" parTransId="{D88F4F2A-471F-4308-83FD-778E604FC18E}" sibTransId="{BACF7315-1C28-4DA0-81E8-B068B3AC0A1A}"/>
    <dgm:cxn modelId="{F8116F79-AF27-4041-B457-C7C055766C37}" type="presOf" srcId="{C0C4B54C-868F-4789-B3F7-063091FABD03}" destId="{B2D81EEA-C21E-4743-A44B-49018E80F214}" srcOrd="0" destOrd="0" presId="urn:microsoft.com/office/officeart/2005/8/layout/process1"/>
    <dgm:cxn modelId="{8F9BDD83-0D2A-4E65-9DE1-FDBCCA710890}" srcId="{833E53B5-94BE-485A-BDBD-7A9C975AA2D2}" destId="{098BB093-594E-4AE3-A117-1F1A424A335F}" srcOrd="0" destOrd="0" parTransId="{54A4A0AD-9E0B-439A-8BC1-2DF0DFB898FC}" sibTransId="{BDAEBF10-94C1-47B7-8652-411F940DCD12}"/>
    <dgm:cxn modelId="{7B73E997-3FDE-4D20-87E5-01ED88E6AC2B}" srcId="{833E53B5-94BE-485A-BDBD-7A9C975AA2D2}" destId="{C0C4B54C-868F-4789-B3F7-063091FABD03}" srcOrd="4" destOrd="0" parTransId="{02ED189C-B097-4C5C-B4F3-31A0A9D50E5A}" sibTransId="{A4A3E2A5-E335-4AAF-AFDB-64AF1E78494D}"/>
    <dgm:cxn modelId="{0315E6B8-E7DE-4C59-9AE7-B9AA91A10867}" type="presOf" srcId="{29B61BF1-EBD3-4B6F-A531-1B6F0278265B}" destId="{C0B6F2BF-6589-4C38-B5CE-28F2283655F4}" srcOrd="0" destOrd="0" presId="urn:microsoft.com/office/officeart/2005/8/layout/process1"/>
    <dgm:cxn modelId="{5A6BF8C4-33EF-402E-839C-440155B7DABD}" type="presOf" srcId="{BDAEBF10-94C1-47B7-8652-411F940DCD12}" destId="{A04AB3A5-E8FD-4447-947F-30281383AC95}" srcOrd="1" destOrd="0" presId="urn:microsoft.com/office/officeart/2005/8/layout/process1"/>
    <dgm:cxn modelId="{25335EC7-33D4-479F-B843-7581FAF61C82}" type="presOf" srcId="{BF7687AD-54A0-417F-9671-B6636DB7084E}" destId="{B96DC0AB-D9A6-45D1-8918-ECF1EF3DFE9D}" srcOrd="0" destOrd="0" presId="urn:microsoft.com/office/officeart/2005/8/layout/process1"/>
    <dgm:cxn modelId="{69EDE6E1-5ADA-46ED-8BF0-DBE10164526D}" type="presOf" srcId="{48997FAD-5F9D-42BA-BAFC-001EF45E274D}" destId="{DECDE5D6-746A-4E2A-9DDF-5600547D216C}" srcOrd="1" destOrd="0" presId="urn:microsoft.com/office/officeart/2005/8/layout/process1"/>
    <dgm:cxn modelId="{EB2B4DE5-6450-4A7F-A142-CAE394190036}" type="presOf" srcId="{BDAEBF10-94C1-47B7-8652-411F940DCD12}" destId="{112D47D7-A6FF-4DEC-8ED0-048BF3DB4544}" srcOrd="0" destOrd="0" presId="urn:microsoft.com/office/officeart/2005/8/layout/process1"/>
    <dgm:cxn modelId="{E6E50DF4-2FB3-45DD-8675-5FCD9CC0F2B5}" type="presOf" srcId="{91433AF1-E53E-4A32-9F93-201F97F4D911}" destId="{D5E4CB78-7AB3-4701-88F0-8A52C140A8C6}" srcOrd="1" destOrd="0" presId="urn:microsoft.com/office/officeart/2005/8/layout/process1"/>
    <dgm:cxn modelId="{9B5063F9-20EF-4D1E-878C-0129F36ED641}" type="presOf" srcId="{833E53B5-94BE-485A-BDBD-7A9C975AA2D2}" destId="{54382794-9F5C-4F10-8B20-8847439EF99B}" srcOrd="0" destOrd="0" presId="urn:microsoft.com/office/officeart/2005/8/layout/process1"/>
    <dgm:cxn modelId="{3333B4E0-DBBB-4FE4-9716-D9954A2FFA32}" type="presParOf" srcId="{54382794-9F5C-4F10-8B20-8847439EF99B}" destId="{509FB892-D5E4-473A-84FC-365536C09195}" srcOrd="0" destOrd="0" presId="urn:microsoft.com/office/officeart/2005/8/layout/process1"/>
    <dgm:cxn modelId="{A42DCF0E-A6D8-439C-8A90-72432DF2441A}" type="presParOf" srcId="{54382794-9F5C-4F10-8B20-8847439EF99B}" destId="{112D47D7-A6FF-4DEC-8ED0-048BF3DB4544}" srcOrd="1" destOrd="0" presId="urn:microsoft.com/office/officeart/2005/8/layout/process1"/>
    <dgm:cxn modelId="{0144DEF7-D523-47AC-BD27-33D2205ACB5C}" type="presParOf" srcId="{112D47D7-A6FF-4DEC-8ED0-048BF3DB4544}" destId="{A04AB3A5-E8FD-4447-947F-30281383AC95}" srcOrd="0" destOrd="0" presId="urn:microsoft.com/office/officeart/2005/8/layout/process1"/>
    <dgm:cxn modelId="{17BA63C9-10C3-4D55-8D42-EA0ECF735A14}" type="presParOf" srcId="{54382794-9F5C-4F10-8B20-8847439EF99B}" destId="{D58B8FBB-5792-4A23-9C47-FBACE8314E5F}" srcOrd="2" destOrd="0" presId="urn:microsoft.com/office/officeart/2005/8/layout/process1"/>
    <dgm:cxn modelId="{5A937272-148C-4C08-8765-9E19A5CF7E5B}" type="presParOf" srcId="{54382794-9F5C-4F10-8B20-8847439EF99B}" destId="{8A69C400-858D-49E9-B3CB-8B1F2EBB059F}" srcOrd="3" destOrd="0" presId="urn:microsoft.com/office/officeart/2005/8/layout/process1"/>
    <dgm:cxn modelId="{2677D2CA-FCDA-4C66-94FC-62EC8B2BCC55}" type="presParOf" srcId="{8A69C400-858D-49E9-B3CB-8B1F2EBB059F}" destId="{D5E4CB78-7AB3-4701-88F0-8A52C140A8C6}" srcOrd="0" destOrd="0" presId="urn:microsoft.com/office/officeart/2005/8/layout/process1"/>
    <dgm:cxn modelId="{964A79BF-51FD-44A5-B494-2AD260EADBBB}" type="presParOf" srcId="{54382794-9F5C-4F10-8B20-8847439EF99B}" destId="{B96DC0AB-D9A6-45D1-8918-ECF1EF3DFE9D}" srcOrd="4" destOrd="0" presId="urn:microsoft.com/office/officeart/2005/8/layout/process1"/>
    <dgm:cxn modelId="{3F1CD8A4-1D7C-4E2A-9309-3274A00EBBDB}" type="presParOf" srcId="{54382794-9F5C-4F10-8B20-8847439EF99B}" destId="{C186CF47-ED89-4108-8B5F-88BEED361F71}" srcOrd="5" destOrd="0" presId="urn:microsoft.com/office/officeart/2005/8/layout/process1"/>
    <dgm:cxn modelId="{EA37DD02-C935-4D44-B772-FE58107D6C09}" type="presParOf" srcId="{C186CF47-ED89-4108-8B5F-88BEED361F71}" destId="{FF360431-DF90-463D-AEBA-2DB5D9DABDCC}" srcOrd="0" destOrd="0" presId="urn:microsoft.com/office/officeart/2005/8/layout/process1"/>
    <dgm:cxn modelId="{7C7CAE1D-F688-4A37-AE4A-43C9F8C54B0C}" type="presParOf" srcId="{54382794-9F5C-4F10-8B20-8847439EF99B}" destId="{C0B6F2BF-6589-4C38-B5CE-28F2283655F4}" srcOrd="6" destOrd="0" presId="urn:microsoft.com/office/officeart/2005/8/layout/process1"/>
    <dgm:cxn modelId="{951AAF26-4366-4E8C-96C9-664B1C5E5B2B}" type="presParOf" srcId="{54382794-9F5C-4F10-8B20-8847439EF99B}" destId="{773EBD89-A513-4C7C-A8B5-BDF0359E2FED}" srcOrd="7" destOrd="0" presId="urn:microsoft.com/office/officeart/2005/8/layout/process1"/>
    <dgm:cxn modelId="{A5DCBFC5-3C87-46E2-9272-760279AA600F}" type="presParOf" srcId="{773EBD89-A513-4C7C-A8B5-BDF0359E2FED}" destId="{DECDE5D6-746A-4E2A-9DDF-5600547D216C}" srcOrd="0" destOrd="0" presId="urn:microsoft.com/office/officeart/2005/8/layout/process1"/>
    <dgm:cxn modelId="{8479EE03-2C3A-4382-A0A7-0566EC1536C0}" type="presParOf" srcId="{54382794-9F5C-4F10-8B20-8847439EF99B}" destId="{B2D81EEA-C21E-4743-A44B-49018E80F214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6820CF-6099-4DC0-A012-62281C044C6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B1A3E47-C329-4D8C-8E2F-C2F35DC62CB7}">
      <dgm:prSet phldrT="[Текст]"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Начало</a:t>
          </a:r>
          <a:endParaRPr lang="ru-RU" sz="1200" dirty="0">
            <a:latin typeface="TT Firs Neue" panose="02000503030000020004"/>
          </a:endParaRPr>
        </a:p>
      </dgm:t>
    </dgm:pt>
    <dgm:pt modelId="{6D1108F6-75C8-4A55-9FA3-19F1DD9D02E7}" type="parTrans" cxnId="{F14C0017-693B-49F0-BBEC-5ED2254AEC96}">
      <dgm:prSet/>
      <dgm:spPr/>
      <dgm:t>
        <a:bodyPr/>
        <a:lstStyle/>
        <a:p>
          <a:endParaRPr lang="ru-RU"/>
        </a:p>
      </dgm:t>
    </dgm:pt>
    <dgm:pt modelId="{55625460-9990-4422-8B5C-9F14632E3DF4}" type="sibTrans" cxnId="{F14C0017-693B-49F0-BBEC-5ED2254AEC96}">
      <dgm:prSet/>
      <dgm:spPr/>
      <dgm:t>
        <a:bodyPr/>
        <a:lstStyle/>
        <a:p>
          <a:endParaRPr lang="ru-RU"/>
        </a:p>
      </dgm:t>
    </dgm:pt>
    <dgm:pt modelId="{36031C7D-7E79-4159-9B51-7055BEE1B6A9}">
      <dgm:prSet phldrT="[Текст]"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Ввод логина и пароля</a:t>
          </a:r>
          <a:endParaRPr lang="ru-RU" sz="1200" dirty="0">
            <a:latin typeface="TT Firs Neue" panose="02000503030000020004"/>
          </a:endParaRPr>
        </a:p>
      </dgm:t>
    </dgm:pt>
    <dgm:pt modelId="{387A81E5-640A-4626-8D7E-B8E05C3F8BB6}" type="parTrans" cxnId="{1717212A-42DF-4103-8989-1EF9DF9329BF}">
      <dgm:prSet/>
      <dgm:spPr/>
      <dgm:t>
        <a:bodyPr/>
        <a:lstStyle/>
        <a:p>
          <a:endParaRPr lang="ru-RU"/>
        </a:p>
      </dgm:t>
    </dgm:pt>
    <dgm:pt modelId="{37EA1F29-5AED-4FF1-A97F-F8644FD64680}" type="sibTrans" cxnId="{1717212A-42DF-4103-8989-1EF9DF9329BF}">
      <dgm:prSet/>
      <dgm:spPr/>
      <dgm:t>
        <a:bodyPr/>
        <a:lstStyle/>
        <a:p>
          <a:endParaRPr lang="ru-RU"/>
        </a:p>
      </dgm:t>
    </dgm:pt>
    <dgm:pt modelId="{2618F591-B9F1-4570-99EA-BA0A4A2F0022}">
      <dgm:prSet phldrT="[Текст]"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Проверка данных</a:t>
          </a:r>
          <a:endParaRPr lang="ru-RU" sz="1200" dirty="0">
            <a:latin typeface="TT Firs Neue" panose="02000503030000020004"/>
          </a:endParaRPr>
        </a:p>
      </dgm:t>
    </dgm:pt>
    <dgm:pt modelId="{91004868-C65B-4E31-AE5E-6E59933E4627}" type="parTrans" cxnId="{3C5D4B7E-80D3-4566-9DB8-57F8185CE1D8}">
      <dgm:prSet/>
      <dgm:spPr/>
      <dgm:t>
        <a:bodyPr/>
        <a:lstStyle/>
        <a:p>
          <a:endParaRPr lang="ru-RU"/>
        </a:p>
      </dgm:t>
    </dgm:pt>
    <dgm:pt modelId="{ADA83FB1-A1A0-442B-B4DF-BAEAA246E317}" type="sibTrans" cxnId="{3C5D4B7E-80D3-4566-9DB8-57F8185CE1D8}">
      <dgm:prSet/>
      <dgm:spPr/>
      <dgm:t>
        <a:bodyPr/>
        <a:lstStyle/>
        <a:p>
          <a:endParaRPr lang="ru-RU"/>
        </a:p>
      </dgm:t>
    </dgm:pt>
    <dgm:pt modelId="{853FB81B-23AD-45B0-A01D-DB773014A99C}">
      <dgm:prSet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Определение роли</a:t>
          </a:r>
          <a:endParaRPr lang="ru-RU" sz="1200" dirty="0">
            <a:latin typeface="TT Firs Neue" panose="02000503030000020004"/>
          </a:endParaRPr>
        </a:p>
      </dgm:t>
    </dgm:pt>
    <dgm:pt modelId="{4FDF0B23-AD37-4273-9DBA-D69287350741}" type="parTrans" cxnId="{FBC30B4A-5F01-426F-8604-FB08533A2587}">
      <dgm:prSet/>
      <dgm:spPr/>
      <dgm:t>
        <a:bodyPr/>
        <a:lstStyle/>
        <a:p>
          <a:endParaRPr lang="ru-RU"/>
        </a:p>
      </dgm:t>
    </dgm:pt>
    <dgm:pt modelId="{28A1FE5A-08DA-48FD-9D5A-5FD779EF2A6C}" type="sibTrans" cxnId="{FBC30B4A-5F01-426F-8604-FB08533A2587}">
      <dgm:prSet/>
      <dgm:spPr/>
      <dgm:t>
        <a:bodyPr/>
        <a:lstStyle/>
        <a:p>
          <a:endParaRPr lang="ru-RU"/>
        </a:p>
      </dgm:t>
    </dgm:pt>
    <dgm:pt modelId="{2B03F9A5-590B-476D-BE9D-DC560C1CE590}">
      <dgm:prSet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Переход в интерфейс</a:t>
          </a:r>
          <a:endParaRPr lang="ru-RU" sz="1200" dirty="0">
            <a:latin typeface="TT Firs Neue" panose="02000503030000020004"/>
          </a:endParaRPr>
        </a:p>
      </dgm:t>
    </dgm:pt>
    <dgm:pt modelId="{BF268574-4416-4FB1-9EFD-98AB149C6F2C}" type="parTrans" cxnId="{AB9EC85D-C006-4CEC-8659-004D84F9E761}">
      <dgm:prSet/>
      <dgm:spPr/>
      <dgm:t>
        <a:bodyPr/>
        <a:lstStyle/>
        <a:p>
          <a:endParaRPr lang="ru-RU"/>
        </a:p>
      </dgm:t>
    </dgm:pt>
    <dgm:pt modelId="{C4A850BC-E38F-4869-B795-0DB6736F03EE}" type="sibTrans" cxnId="{AB9EC85D-C006-4CEC-8659-004D84F9E761}">
      <dgm:prSet/>
      <dgm:spPr/>
      <dgm:t>
        <a:bodyPr/>
        <a:lstStyle/>
        <a:p>
          <a:endParaRPr lang="ru-RU"/>
        </a:p>
      </dgm:t>
    </dgm:pt>
    <dgm:pt modelId="{5BDC4CDB-5DEF-4FFA-A0A0-40A062E007B5}">
      <dgm:prSet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Работа с документами</a:t>
          </a:r>
          <a:endParaRPr lang="ru-RU" sz="1200" dirty="0">
            <a:latin typeface="TT Firs Neue" panose="02000503030000020004"/>
          </a:endParaRPr>
        </a:p>
      </dgm:t>
    </dgm:pt>
    <dgm:pt modelId="{24EE8B94-EDC3-4504-AB13-BCCD48B956A9}" type="parTrans" cxnId="{3DB808A5-51C3-44D3-AF92-31789A488EAE}">
      <dgm:prSet/>
      <dgm:spPr/>
      <dgm:t>
        <a:bodyPr/>
        <a:lstStyle/>
        <a:p>
          <a:endParaRPr lang="ru-RU"/>
        </a:p>
      </dgm:t>
    </dgm:pt>
    <dgm:pt modelId="{FB480E19-331C-4907-A9CC-7F130575CE2A}" type="sibTrans" cxnId="{3DB808A5-51C3-44D3-AF92-31789A488EAE}">
      <dgm:prSet/>
      <dgm:spPr/>
      <dgm:t>
        <a:bodyPr/>
        <a:lstStyle/>
        <a:p>
          <a:endParaRPr lang="ru-RU"/>
        </a:p>
      </dgm:t>
    </dgm:pt>
    <dgm:pt modelId="{92C15FD4-E230-4658-A8DD-651E1B970E35}">
      <dgm:prSet custT="1"/>
      <dgm:spPr/>
      <dgm:t>
        <a:bodyPr/>
        <a:lstStyle/>
        <a:p>
          <a:r>
            <a:rPr lang="ru-RU" sz="1200" b="1">
              <a:latin typeface="TT Firs Neue" panose="02000503030000020004"/>
            </a:rPr>
            <a:t>Загрузка / удаление</a:t>
          </a:r>
          <a:endParaRPr lang="ru-RU" sz="1200" dirty="0">
            <a:latin typeface="TT Firs Neue" panose="02000503030000020004"/>
          </a:endParaRPr>
        </a:p>
      </dgm:t>
    </dgm:pt>
    <dgm:pt modelId="{54AD2B84-5FE3-4994-B397-7A4B75BB2085}" type="parTrans" cxnId="{F49DEAD0-22BD-48F0-B034-36FBD50C7CCD}">
      <dgm:prSet/>
      <dgm:spPr/>
      <dgm:t>
        <a:bodyPr/>
        <a:lstStyle/>
        <a:p>
          <a:endParaRPr lang="ru-RU"/>
        </a:p>
      </dgm:t>
    </dgm:pt>
    <dgm:pt modelId="{A73890A6-F2E4-4ABD-8CBE-8A73058B31D2}" type="sibTrans" cxnId="{F49DEAD0-22BD-48F0-B034-36FBD50C7CCD}">
      <dgm:prSet/>
      <dgm:spPr/>
      <dgm:t>
        <a:bodyPr/>
        <a:lstStyle/>
        <a:p>
          <a:endParaRPr lang="ru-RU"/>
        </a:p>
      </dgm:t>
    </dgm:pt>
    <dgm:pt modelId="{4EB458F1-F924-473C-9B79-76409E235E86}">
      <dgm:prSet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Сохранение в БД</a:t>
          </a:r>
          <a:endParaRPr lang="ru-RU" sz="1200" dirty="0">
            <a:latin typeface="TT Firs Neue" panose="02000503030000020004"/>
          </a:endParaRPr>
        </a:p>
      </dgm:t>
    </dgm:pt>
    <dgm:pt modelId="{F0CC03F9-B742-4E18-891F-72EFF67DFA11}" type="parTrans" cxnId="{1CBB9C8E-914A-4F52-877B-24B5E34A313D}">
      <dgm:prSet/>
      <dgm:spPr/>
      <dgm:t>
        <a:bodyPr/>
        <a:lstStyle/>
        <a:p>
          <a:endParaRPr lang="ru-RU"/>
        </a:p>
      </dgm:t>
    </dgm:pt>
    <dgm:pt modelId="{34F4810F-AF99-49E7-8945-1C299E73C4F5}" type="sibTrans" cxnId="{1CBB9C8E-914A-4F52-877B-24B5E34A313D}">
      <dgm:prSet/>
      <dgm:spPr/>
      <dgm:t>
        <a:bodyPr/>
        <a:lstStyle/>
        <a:p>
          <a:endParaRPr lang="ru-RU"/>
        </a:p>
      </dgm:t>
    </dgm:pt>
    <dgm:pt modelId="{A6DC6B76-69BA-4F60-9349-F6B2D881563B}">
      <dgm:prSet custT="1"/>
      <dgm:spPr/>
      <dgm:t>
        <a:bodyPr/>
        <a:lstStyle/>
        <a:p>
          <a:r>
            <a:rPr lang="ru-RU" sz="1200" b="1" dirty="0">
              <a:latin typeface="TT Firs Neue" panose="02000503030000020004"/>
            </a:rPr>
            <a:t>Выход</a:t>
          </a:r>
        </a:p>
      </dgm:t>
    </dgm:pt>
    <dgm:pt modelId="{5B27A945-AE5D-4A79-ACBD-3BB02E6944AC}" type="parTrans" cxnId="{2FD37FC7-1614-4D42-958B-22D1975DACEF}">
      <dgm:prSet/>
      <dgm:spPr/>
      <dgm:t>
        <a:bodyPr/>
        <a:lstStyle/>
        <a:p>
          <a:endParaRPr lang="ru-RU"/>
        </a:p>
      </dgm:t>
    </dgm:pt>
    <dgm:pt modelId="{8B9191F6-C99C-40D9-9A49-8F125FC83E58}" type="sibTrans" cxnId="{2FD37FC7-1614-4D42-958B-22D1975DACEF}">
      <dgm:prSet/>
      <dgm:spPr/>
      <dgm:t>
        <a:bodyPr/>
        <a:lstStyle/>
        <a:p>
          <a:endParaRPr lang="ru-RU"/>
        </a:p>
      </dgm:t>
    </dgm:pt>
    <dgm:pt modelId="{CF00919F-4AAD-4FEC-A486-2E91B88385FB}" type="pres">
      <dgm:prSet presAssocID="{E66820CF-6099-4DC0-A012-62281C044C6B}" presName="CompostProcess" presStyleCnt="0">
        <dgm:presLayoutVars>
          <dgm:dir/>
          <dgm:resizeHandles val="exact"/>
        </dgm:presLayoutVars>
      </dgm:prSet>
      <dgm:spPr/>
    </dgm:pt>
    <dgm:pt modelId="{0E5578E0-1D1B-4F97-B9DC-BCD5140EAC90}" type="pres">
      <dgm:prSet presAssocID="{E66820CF-6099-4DC0-A012-62281C044C6B}" presName="arrow" presStyleLbl="bgShp" presStyleIdx="0" presStyleCnt="1"/>
      <dgm:spPr/>
    </dgm:pt>
    <dgm:pt modelId="{9549E6AF-C3F0-42BE-AAFC-A4A1F8C74F98}" type="pres">
      <dgm:prSet presAssocID="{E66820CF-6099-4DC0-A012-62281C044C6B}" presName="linearProcess" presStyleCnt="0"/>
      <dgm:spPr/>
    </dgm:pt>
    <dgm:pt modelId="{BEA3FDF4-0824-4534-B1DE-CECF30B6B24B}" type="pres">
      <dgm:prSet presAssocID="{4B1A3E47-C329-4D8C-8E2F-C2F35DC62CB7}" presName="textNode" presStyleLbl="node1" presStyleIdx="0" presStyleCnt="9">
        <dgm:presLayoutVars>
          <dgm:bulletEnabled val="1"/>
        </dgm:presLayoutVars>
      </dgm:prSet>
      <dgm:spPr/>
    </dgm:pt>
    <dgm:pt modelId="{36E55C4E-3DEF-48D9-93E6-35EABD271BBB}" type="pres">
      <dgm:prSet presAssocID="{55625460-9990-4422-8B5C-9F14632E3DF4}" presName="sibTrans" presStyleCnt="0"/>
      <dgm:spPr/>
    </dgm:pt>
    <dgm:pt modelId="{FC329E79-5265-4FEB-8E10-B0E21139D85C}" type="pres">
      <dgm:prSet presAssocID="{36031C7D-7E79-4159-9B51-7055BEE1B6A9}" presName="textNode" presStyleLbl="node1" presStyleIdx="1" presStyleCnt="9">
        <dgm:presLayoutVars>
          <dgm:bulletEnabled val="1"/>
        </dgm:presLayoutVars>
      </dgm:prSet>
      <dgm:spPr/>
    </dgm:pt>
    <dgm:pt modelId="{888A3828-0921-4D98-AF5A-6FC23E3DC070}" type="pres">
      <dgm:prSet presAssocID="{37EA1F29-5AED-4FF1-A97F-F8644FD64680}" presName="sibTrans" presStyleCnt="0"/>
      <dgm:spPr/>
    </dgm:pt>
    <dgm:pt modelId="{AA1C8748-92DE-4F75-8D88-988EE521DAC9}" type="pres">
      <dgm:prSet presAssocID="{2618F591-B9F1-4570-99EA-BA0A4A2F0022}" presName="textNode" presStyleLbl="node1" presStyleIdx="2" presStyleCnt="9">
        <dgm:presLayoutVars>
          <dgm:bulletEnabled val="1"/>
        </dgm:presLayoutVars>
      </dgm:prSet>
      <dgm:spPr/>
    </dgm:pt>
    <dgm:pt modelId="{58F39B1F-22D5-4AE5-B66B-92D608BCCBAA}" type="pres">
      <dgm:prSet presAssocID="{ADA83FB1-A1A0-442B-B4DF-BAEAA246E317}" presName="sibTrans" presStyleCnt="0"/>
      <dgm:spPr/>
    </dgm:pt>
    <dgm:pt modelId="{FDDE2A3C-A5CB-49D6-9589-1727534B2F7E}" type="pres">
      <dgm:prSet presAssocID="{853FB81B-23AD-45B0-A01D-DB773014A99C}" presName="textNode" presStyleLbl="node1" presStyleIdx="3" presStyleCnt="9">
        <dgm:presLayoutVars>
          <dgm:bulletEnabled val="1"/>
        </dgm:presLayoutVars>
      </dgm:prSet>
      <dgm:spPr/>
    </dgm:pt>
    <dgm:pt modelId="{11110A72-9F13-4BA8-A786-30CD446A6914}" type="pres">
      <dgm:prSet presAssocID="{28A1FE5A-08DA-48FD-9D5A-5FD779EF2A6C}" presName="sibTrans" presStyleCnt="0"/>
      <dgm:spPr/>
    </dgm:pt>
    <dgm:pt modelId="{EC17294C-5E0F-4F9A-AC75-3305D7C0F86A}" type="pres">
      <dgm:prSet presAssocID="{2B03F9A5-590B-476D-BE9D-DC560C1CE590}" presName="textNode" presStyleLbl="node1" presStyleIdx="4" presStyleCnt="9">
        <dgm:presLayoutVars>
          <dgm:bulletEnabled val="1"/>
        </dgm:presLayoutVars>
      </dgm:prSet>
      <dgm:spPr/>
    </dgm:pt>
    <dgm:pt modelId="{69102213-AFEB-4FF7-955B-6A56E869163B}" type="pres">
      <dgm:prSet presAssocID="{C4A850BC-E38F-4869-B795-0DB6736F03EE}" presName="sibTrans" presStyleCnt="0"/>
      <dgm:spPr/>
    </dgm:pt>
    <dgm:pt modelId="{A5C6293B-11F0-4F3B-B0B5-CF4AA92C31DE}" type="pres">
      <dgm:prSet presAssocID="{5BDC4CDB-5DEF-4FFA-A0A0-40A062E007B5}" presName="textNode" presStyleLbl="node1" presStyleIdx="5" presStyleCnt="9">
        <dgm:presLayoutVars>
          <dgm:bulletEnabled val="1"/>
        </dgm:presLayoutVars>
      </dgm:prSet>
      <dgm:spPr/>
    </dgm:pt>
    <dgm:pt modelId="{1A4F9B5C-F24D-4B45-99DC-F9D1F7FAB457}" type="pres">
      <dgm:prSet presAssocID="{FB480E19-331C-4907-A9CC-7F130575CE2A}" presName="sibTrans" presStyleCnt="0"/>
      <dgm:spPr/>
    </dgm:pt>
    <dgm:pt modelId="{684654A6-64AC-4652-943A-92934CAA2E96}" type="pres">
      <dgm:prSet presAssocID="{92C15FD4-E230-4658-A8DD-651E1B970E35}" presName="textNode" presStyleLbl="node1" presStyleIdx="6" presStyleCnt="9">
        <dgm:presLayoutVars>
          <dgm:bulletEnabled val="1"/>
        </dgm:presLayoutVars>
      </dgm:prSet>
      <dgm:spPr/>
    </dgm:pt>
    <dgm:pt modelId="{D5004B05-6E88-483C-8965-0D4C2DF9613A}" type="pres">
      <dgm:prSet presAssocID="{A73890A6-F2E4-4ABD-8CBE-8A73058B31D2}" presName="sibTrans" presStyleCnt="0"/>
      <dgm:spPr/>
    </dgm:pt>
    <dgm:pt modelId="{517C80F7-903E-4A3E-A9BD-19DCCDD20F10}" type="pres">
      <dgm:prSet presAssocID="{4EB458F1-F924-473C-9B79-76409E235E86}" presName="textNode" presStyleLbl="node1" presStyleIdx="7" presStyleCnt="9">
        <dgm:presLayoutVars>
          <dgm:bulletEnabled val="1"/>
        </dgm:presLayoutVars>
      </dgm:prSet>
      <dgm:spPr/>
    </dgm:pt>
    <dgm:pt modelId="{8C75C81B-ABB4-404A-8153-AB5B99A179DE}" type="pres">
      <dgm:prSet presAssocID="{34F4810F-AF99-49E7-8945-1C299E73C4F5}" presName="sibTrans" presStyleCnt="0"/>
      <dgm:spPr/>
    </dgm:pt>
    <dgm:pt modelId="{0B44DB16-C7EC-4EFF-8DAD-D040AA742DDF}" type="pres">
      <dgm:prSet presAssocID="{A6DC6B76-69BA-4F60-9349-F6B2D881563B}" presName="textNode" presStyleLbl="node1" presStyleIdx="8" presStyleCnt="9">
        <dgm:presLayoutVars>
          <dgm:bulletEnabled val="1"/>
        </dgm:presLayoutVars>
      </dgm:prSet>
      <dgm:spPr/>
    </dgm:pt>
  </dgm:ptLst>
  <dgm:cxnLst>
    <dgm:cxn modelId="{F14C0017-693B-49F0-BBEC-5ED2254AEC96}" srcId="{E66820CF-6099-4DC0-A012-62281C044C6B}" destId="{4B1A3E47-C329-4D8C-8E2F-C2F35DC62CB7}" srcOrd="0" destOrd="0" parTransId="{6D1108F6-75C8-4A55-9FA3-19F1DD9D02E7}" sibTransId="{55625460-9990-4422-8B5C-9F14632E3DF4}"/>
    <dgm:cxn modelId="{7A4AB81B-F7C9-411A-A305-83D2B5D6AEE0}" type="presOf" srcId="{E66820CF-6099-4DC0-A012-62281C044C6B}" destId="{CF00919F-4AAD-4FEC-A486-2E91B88385FB}" srcOrd="0" destOrd="0" presId="urn:microsoft.com/office/officeart/2005/8/layout/hProcess9"/>
    <dgm:cxn modelId="{1717212A-42DF-4103-8989-1EF9DF9329BF}" srcId="{E66820CF-6099-4DC0-A012-62281C044C6B}" destId="{36031C7D-7E79-4159-9B51-7055BEE1B6A9}" srcOrd="1" destOrd="0" parTransId="{387A81E5-640A-4626-8D7E-B8E05C3F8BB6}" sibTransId="{37EA1F29-5AED-4FF1-A97F-F8644FD64680}"/>
    <dgm:cxn modelId="{FB823F3E-15E7-4D58-9FD7-30C307C655F4}" type="presOf" srcId="{5BDC4CDB-5DEF-4FFA-A0A0-40A062E007B5}" destId="{A5C6293B-11F0-4F3B-B0B5-CF4AA92C31DE}" srcOrd="0" destOrd="0" presId="urn:microsoft.com/office/officeart/2005/8/layout/hProcess9"/>
    <dgm:cxn modelId="{AB9EC85D-C006-4CEC-8659-004D84F9E761}" srcId="{E66820CF-6099-4DC0-A012-62281C044C6B}" destId="{2B03F9A5-590B-476D-BE9D-DC560C1CE590}" srcOrd="4" destOrd="0" parTransId="{BF268574-4416-4FB1-9EFD-98AB149C6F2C}" sibTransId="{C4A850BC-E38F-4869-B795-0DB6736F03EE}"/>
    <dgm:cxn modelId="{FBC30B4A-5F01-426F-8604-FB08533A2587}" srcId="{E66820CF-6099-4DC0-A012-62281C044C6B}" destId="{853FB81B-23AD-45B0-A01D-DB773014A99C}" srcOrd="3" destOrd="0" parTransId="{4FDF0B23-AD37-4273-9DBA-D69287350741}" sibTransId="{28A1FE5A-08DA-48FD-9D5A-5FD779EF2A6C}"/>
    <dgm:cxn modelId="{93029E54-6202-4989-BE4D-71195FBA6CD4}" type="presOf" srcId="{4EB458F1-F924-473C-9B79-76409E235E86}" destId="{517C80F7-903E-4A3E-A9BD-19DCCDD20F10}" srcOrd="0" destOrd="0" presId="urn:microsoft.com/office/officeart/2005/8/layout/hProcess9"/>
    <dgm:cxn modelId="{3C5D4B7E-80D3-4566-9DB8-57F8185CE1D8}" srcId="{E66820CF-6099-4DC0-A012-62281C044C6B}" destId="{2618F591-B9F1-4570-99EA-BA0A4A2F0022}" srcOrd="2" destOrd="0" parTransId="{91004868-C65B-4E31-AE5E-6E59933E4627}" sibTransId="{ADA83FB1-A1A0-442B-B4DF-BAEAA246E317}"/>
    <dgm:cxn modelId="{1CBB9C8E-914A-4F52-877B-24B5E34A313D}" srcId="{E66820CF-6099-4DC0-A012-62281C044C6B}" destId="{4EB458F1-F924-473C-9B79-76409E235E86}" srcOrd="7" destOrd="0" parTransId="{F0CC03F9-B742-4E18-891F-72EFF67DFA11}" sibTransId="{34F4810F-AF99-49E7-8945-1C299E73C4F5}"/>
    <dgm:cxn modelId="{3DB808A5-51C3-44D3-AF92-31789A488EAE}" srcId="{E66820CF-6099-4DC0-A012-62281C044C6B}" destId="{5BDC4CDB-5DEF-4FFA-A0A0-40A062E007B5}" srcOrd="5" destOrd="0" parTransId="{24EE8B94-EDC3-4504-AB13-BCCD48B956A9}" sibTransId="{FB480E19-331C-4907-A9CC-7F130575CE2A}"/>
    <dgm:cxn modelId="{DBD200AB-6F20-4250-8FA8-4F535E74472B}" type="presOf" srcId="{A6DC6B76-69BA-4F60-9349-F6B2D881563B}" destId="{0B44DB16-C7EC-4EFF-8DAD-D040AA742DDF}" srcOrd="0" destOrd="0" presId="urn:microsoft.com/office/officeart/2005/8/layout/hProcess9"/>
    <dgm:cxn modelId="{992373C3-067A-406F-9CCD-E907CB6EE1D2}" type="presOf" srcId="{853FB81B-23AD-45B0-A01D-DB773014A99C}" destId="{FDDE2A3C-A5CB-49D6-9589-1727534B2F7E}" srcOrd="0" destOrd="0" presId="urn:microsoft.com/office/officeart/2005/8/layout/hProcess9"/>
    <dgm:cxn modelId="{2FD37FC7-1614-4D42-958B-22D1975DACEF}" srcId="{E66820CF-6099-4DC0-A012-62281C044C6B}" destId="{A6DC6B76-69BA-4F60-9349-F6B2D881563B}" srcOrd="8" destOrd="0" parTransId="{5B27A945-AE5D-4A79-ACBD-3BB02E6944AC}" sibTransId="{8B9191F6-C99C-40D9-9A49-8F125FC83E58}"/>
    <dgm:cxn modelId="{87FABDCE-2E09-4BC0-A375-5CC4D206FBB6}" type="presOf" srcId="{2B03F9A5-590B-476D-BE9D-DC560C1CE590}" destId="{EC17294C-5E0F-4F9A-AC75-3305D7C0F86A}" srcOrd="0" destOrd="0" presId="urn:microsoft.com/office/officeart/2005/8/layout/hProcess9"/>
    <dgm:cxn modelId="{F49DEAD0-22BD-48F0-B034-36FBD50C7CCD}" srcId="{E66820CF-6099-4DC0-A012-62281C044C6B}" destId="{92C15FD4-E230-4658-A8DD-651E1B970E35}" srcOrd="6" destOrd="0" parTransId="{54AD2B84-5FE3-4994-B397-7A4B75BB2085}" sibTransId="{A73890A6-F2E4-4ABD-8CBE-8A73058B31D2}"/>
    <dgm:cxn modelId="{075999D3-4452-43BB-9C4B-4E22E9FD3007}" type="presOf" srcId="{36031C7D-7E79-4159-9B51-7055BEE1B6A9}" destId="{FC329E79-5265-4FEB-8E10-B0E21139D85C}" srcOrd="0" destOrd="0" presId="urn:microsoft.com/office/officeart/2005/8/layout/hProcess9"/>
    <dgm:cxn modelId="{DB941AD4-B242-4EEE-B88C-74582E731826}" type="presOf" srcId="{4B1A3E47-C329-4D8C-8E2F-C2F35DC62CB7}" destId="{BEA3FDF4-0824-4534-B1DE-CECF30B6B24B}" srcOrd="0" destOrd="0" presId="urn:microsoft.com/office/officeart/2005/8/layout/hProcess9"/>
    <dgm:cxn modelId="{1A8A1AE3-A599-4B3C-AE7A-C14FC6A29AA9}" type="presOf" srcId="{92C15FD4-E230-4658-A8DD-651E1B970E35}" destId="{684654A6-64AC-4652-943A-92934CAA2E96}" srcOrd="0" destOrd="0" presId="urn:microsoft.com/office/officeart/2005/8/layout/hProcess9"/>
    <dgm:cxn modelId="{4A0AE8F9-4051-4B65-8020-42FE208AC496}" type="presOf" srcId="{2618F591-B9F1-4570-99EA-BA0A4A2F0022}" destId="{AA1C8748-92DE-4F75-8D88-988EE521DAC9}" srcOrd="0" destOrd="0" presId="urn:microsoft.com/office/officeart/2005/8/layout/hProcess9"/>
    <dgm:cxn modelId="{B67EFBC7-D223-4A96-933B-0F6434BAF951}" type="presParOf" srcId="{CF00919F-4AAD-4FEC-A486-2E91B88385FB}" destId="{0E5578E0-1D1B-4F97-B9DC-BCD5140EAC90}" srcOrd="0" destOrd="0" presId="urn:microsoft.com/office/officeart/2005/8/layout/hProcess9"/>
    <dgm:cxn modelId="{5987FC52-97F7-461B-869A-CC9775448837}" type="presParOf" srcId="{CF00919F-4AAD-4FEC-A486-2E91B88385FB}" destId="{9549E6AF-C3F0-42BE-AAFC-A4A1F8C74F98}" srcOrd="1" destOrd="0" presId="urn:microsoft.com/office/officeart/2005/8/layout/hProcess9"/>
    <dgm:cxn modelId="{2231826C-BBE4-467B-AF10-D27F1FD84BB8}" type="presParOf" srcId="{9549E6AF-C3F0-42BE-AAFC-A4A1F8C74F98}" destId="{BEA3FDF4-0824-4534-B1DE-CECF30B6B24B}" srcOrd="0" destOrd="0" presId="urn:microsoft.com/office/officeart/2005/8/layout/hProcess9"/>
    <dgm:cxn modelId="{6FE871E2-F426-466E-B3B9-65304ADD8CE4}" type="presParOf" srcId="{9549E6AF-C3F0-42BE-AAFC-A4A1F8C74F98}" destId="{36E55C4E-3DEF-48D9-93E6-35EABD271BBB}" srcOrd="1" destOrd="0" presId="urn:microsoft.com/office/officeart/2005/8/layout/hProcess9"/>
    <dgm:cxn modelId="{EDDB445A-D93F-42A3-8B63-0911ECACB51A}" type="presParOf" srcId="{9549E6AF-C3F0-42BE-AAFC-A4A1F8C74F98}" destId="{FC329E79-5265-4FEB-8E10-B0E21139D85C}" srcOrd="2" destOrd="0" presId="urn:microsoft.com/office/officeart/2005/8/layout/hProcess9"/>
    <dgm:cxn modelId="{9042704B-2B25-4240-91A9-2A865EAA19A0}" type="presParOf" srcId="{9549E6AF-C3F0-42BE-AAFC-A4A1F8C74F98}" destId="{888A3828-0921-4D98-AF5A-6FC23E3DC070}" srcOrd="3" destOrd="0" presId="urn:microsoft.com/office/officeart/2005/8/layout/hProcess9"/>
    <dgm:cxn modelId="{9BF1E9F8-510E-4B51-A5FC-C3223923D822}" type="presParOf" srcId="{9549E6AF-C3F0-42BE-AAFC-A4A1F8C74F98}" destId="{AA1C8748-92DE-4F75-8D88-988EE521DAC9}" srcOrd="4" destOrd="0" presId="urn:microsoft.com/office/officeart/2005/8/layout/hProcess9"/>
    <dgm:cxn modelId="{9D6C3C6A-043C-4B06-A3C4-0AC988E5044D}" type="presParOf" srcId="{9549E6AF-C3F0-42BE-AAFC-A4A1F8C74F98}" destId="{58F39B1F-22D5-4AE5-B66B-92D608BCCBAA}" srcOrd="5" destOrd="0" presId="urn:microsoft.com/office/officeart/2005/8/layout/hProcess9"/>
    <dgm:cxn modelId="{4B350B0A-C749-4F92-907A-19F4116D95B2}" type="presParOf" srcId="{9549E6AF-C3F0-42BE-AAFC-A4A1F8C74F98}" destId="{FDDE2A3C-A5CB-49D6-9589-1727534B2F7E}" srcOrd="6" destOrd="0" presId="urn:microsoft.com/office/officeart/2005/8/layout/hProcess9"/>
    <dgm:cxn modelId="{B5EB8DF8-B3C3-43EE-82B1-587E59625D4F}" type="presParOf" srcId="{9549E6AF-C3F0-42BE-AAFC-A4A1F8C74F98}" destId="{11110A72-9F13-4BA8-A786-30CD446A6914}" srcOrd="7" destOrd="0" presId="urn:microsoft.com/office/officeart/2005/8/layout/hProcess9"/>
    <dgm:cxn modelId="{15FEBFB7-1832-4AF8-B5C7-38737E35C33C}" type="presParOf" srcId="{9549E6AF-C3F0-42BE-AAFC-A4A1F8C74F98}" destId="{EC17294C-5E0F-4F9A-AC75-3305D7C0F86A}" srcOrd="8" destOrd="0" presId="urn:microsoft.com/office/officeart/2005/8/layout/hProcess9"/>
    <dgm:cxn modelId="{25500603-94E9-4CB7-BA09-F726815903F3}" type="presParOf" srcId="{9549E6AF-C3F0-42BE-AAFC-A4A1F8C74F98}" destId="{69102213-AFEB-4FF7-955B-6A56E869163B}" srcOrd="9" destOrd="0" presId="urn:microsoft.com/office/officeart/2005/8/layout/hProcess9"/>
    <dgm:cxn modelId="{5766485F-95D3-4A38-A129-3BB079510506}" type="presParOf" srcId="{9549E6AF-C3F0-42BE-AAFC-A4A1F8C74F98}" destId="{A5C6293B-11F0-4F3B-B0B5-CF4AA92C31DE}" srcOrd="10" destOrd="0" presId="urn:microsoft.com/office/officeart/2005/8/layout/hProcess9"/>
    <dgm:cxn modelId="{50E5E03A-699C-400B-9676-F04805606B40}" type="presParOf" srcId="{9549E6AF-C3F0-42BE-AAFC-A4A1F8C74F98}" destId="{1A4F9B5C-F24D-4B45-99DC-F9D1F7FAB457}" srcOrd="11" destOrd="0" presId="urn:microsoft.com/office/officeart/2005/8/layout/hProcess9"/>
    <dgm:cxn modelId="{38A2A9B1-DB12-4C5D-AC4F-2078A428819C}" type="presParOf" srcId="{9549E6AF-C3F0-42BE-AAFC-A4A1F8C74F98}" destId="{684654A6-64AC-4652-943A-92934CAA2E96}" srcOrd="12" destOrd="0" presId="urn:microsoft.com/office/officeart/2005/8/layout/hProcess9"/>
    <dgm:cxn modelId="{720CE711-6761-4F82-AF1D-376FE5D2A114}" type="presParOf" srcId="{9549E6AF-C3F0-42BE-AAFC-A4A1F8C74F98}" destId="{D5004B05-6E88-483C-8965-0D4C2DF9613A}" srcOrd="13" destOrd="0" presId="urn:microsoft.com/office/officeart/2005/8/layout/hProcess9"/>
    <dgm:cxn modelId="{3361B90E-8317-4938-BC51-4B7DC0EF66CA}" type="presParOf" srcId="{9549E6AF-C3F0-42BE-AAFC-A4A1F8C74F98}" destId="{517C80F7-903E-4A3E-A9BD-19DCCDD20F10}" srcOrd="14" destOrd="0" presId="urn:microsoft.com/office/officeart/2005/8/layout/hProcess9"/>
    <dgm:cxn modelId="{9109E8B8-B238-4BF2-B1BD-A0E1349023B2}" type="presParOf" srcId="{9549E6AF-C3F0-42BE-AAFC-A4A1F8C74F98}" destId="{8C75C81B-ABB4-404A-8153-AB5B99A179DE}" srcOrd="15" destOrd="0" presId="urn:microsoft.com/office/officeart/2005/8/layout/hProcess9"/>
    <dgm:cxn modelId="{12F9A377-6C6A-4DF8-BBB4-95175E60BD9D}" type="presParOf" srcId="{9549E6AF-C3F0-42BE-AAFC-A4A1F8C74F98}" destId="{0B44DB16-C7EC-4EFF-8DAD-D040AA742DDF}" srcOrd="1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FB892-D5E4-473A-84FC-365536C09195}">
      <dsp:nvSpPr>
        <dsp:cNvPr id="0" name=""/>
        <dsp:cNvSpPr/>
      </dsp:nvSpPr>
      <dsp:spPr>
        <a:xfrm>
          <a:off x="4746" y="1972530"/>
          <a:ext cx="1471552" cy="882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Пользователь</a:t>
          </a:r>
        </a:p>
      </dsp:txBody>
      <dsp:txXfrm>
        <a:off x="30606" y="1998390"/>
        <a:ext cx="1419832" cy="831211"/>
      </dsp:txXfrm>
    </dsp:sp>
    <dsp:sp modelId="{112D47D7-A6FF-4DEC-8ED0-048BF3DB4544}">
      <dsp:nvSpPr>
        <dsp:cNvPr id="0" name=""/>
        <dsp:cNvSpPr/>
      </dsp:nvSpPr>
      <dsp:spPr>
        <a:xfrm>
          <a:off x="1623454" y="2231524"/>
          <a:ext cx="311969" cy="36494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1623454" y="2304513"/>
        <a:ext cx="218378" cy="218966"/>
      </dsp:txXfrm>
    </dsp:sp>
    <dsp:sp modelId="{D58B8FBB-5792-4A23-9C47-FBACE8314E5F}">
      <dsp:nvSpPr>
        <dsp:cNvPr id="0" name=""/>
        <dsp:cNvSpPr/>
      </dsp:nvSpPr>
      <dsp:spPr>
        <a:xfrm>
          <a:off x="2064920" y="1972530"/>
          <a:ext cx="1471552" cy="882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Авторизация</a:t>
          </a:r>
        </a:p>
      </dsp:txBody>
      <dsp:txXfrm>
        <a:off x="2090780" y="1998390"/>
        <a:ext cx="1419832" cy="831211"/>
      </dsp:txXfrm>
    </dsp:sp>
    <dsp:sp modelId="{8A69C400-858D-49E9-B3CB-8B1F2EBB059F}">
      <dsp:nvSpPr>
        <dsp:cNvPr id="0" name=""/>
        <dsp:cNvSpPr/>
      </dsp:nvSpPr>
      <dsp:spPr>
        <a:xfrm>
          <a:off x="3683627" y="2231524"/>
          <a:ext cx="311969" cy="36494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3683627" y="2304513"/>
        <a:ext cx="218378" cy="218966"/>
      </dsp:txXfrm>
    </dsp:sp>
    <dsp:sp modelId="{B96DC0AB-D9A6-45D1-8918-ECF1EF3DFE9D}">
      <dsp:nvSpPr>
        <dsp:cNvPr id="0" name=""/>
        <dsp:cNvSpPr/>
      </dsp:nvSpPr>
      <dsp:spPr>
        <a:xfrm>
          <a:off x="4125093" y="1972530"/>
          <a:ext cx="1471552" cy="882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Модули</a:t>
          </a:r>
        </a:p>
      </dsp:txBody>
      <dsp:txXfrm>
        <a:off x="4150953" y="1998390"/>
        <a:ext cx="1419832" cy="831211"/>
      </dsp:txXfrm>
    </dsp:sp>
    <dsp:sp modelId="{C186CF47-ED89-4108-8B5F-88BEED361F71}">
      <dsp:nvSpPr>
        <dsp:cNvPr id="0" name=""/>
        <dsp:cNvSpPr/>
      </dsp:nvSpPr>
      <dsp:spPr>
        <a:xfrm>
          <a:off x="5743800" y="2231524"/>
          <a:ext cx="311969" cy="36494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5743800" y="2304513"/>
        <a:ext cx="218378" cy="218966"/>
      </dsp:txXfrm>
    </dsp:sp>
    <dsp:sp modelId="{C0B6F2BF-6589-4C38-B5CE-28F2283655F4}">
      <dsp:nvSpPr>
        <dsp:cNvPr id="0" name=""/>
        <dsp:cNvSpPr/>
      </dsp:nvSpPr>
      <dsp:spPr>
        <a:xfrm>
          <a:off x="6185266" y="1972530"/>
          <a:ext cx="1471552" cy="882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БД</a:t>
          </a:r>
        </a:p>
      </dsp:txBody>
      <dsp:txXfrm>
        <a:off x="6211126" y="1998390"/>
        <a:ext cx="1419832" cy="831211"/>
      </dsp:txXfrm>
    </dsp:sp>
    <dsp:sp modelId="{773EBD89-A513-4C7C-A8B5-BDF0359E2FED}">
      <dsp:nvSpPr>
        <dsp:cNvPr id="0" name=""/>
        <dsp:cNvSpPr/>
      </dsp:nvSpPr>
      <dsp:spPr>
        <a:xfrm>
          <a:off x="7803974" y="2231524"/>
          <a:ext cx="311969" cy="36494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/>
        </a:p>
      </dsp:txBody>
      <dsp:txXfrm>
        <a:off x="7803974" y="2304513"/>
        <a:ext cx="218378" cy="218966"/>
      </dsp:txXfrm>
    </dsp:sp>
    <dsp:sp modelId="{B2D81EEA-C21E-4743-A44B-49018E80F214}">
      <dsp:nvSpPr>
        <dsp:cNvPr id="0" name=""/>
        <dsp:cNvSpPr/>
      </dsp:nvSpPr>
      <dsp:spPr>
        <a:xfrm>
          <a:off x="8245439" y="1972530"/>
          <a:ext cx="1471552" cy="8829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dirty="0"/>
            <a:t>Интерфейс</a:t>
          </a:r>
        </a:p>
      </dsp:txBody>
      <dsp:txXfrm>
        <a:off x="8271299" y="1998390"/>
        <a:ext cx="1419832" cy="8312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578E0-1D1B-4F97-B9DC-BCD5140EAC90}">
      <dsp:nvSpPr>
        <dsp:cNvPr id="0" name=""/>
        <dsp:cNvSpPr/>
      </dsp:nvSpPr>
      <dsp:spPr>
        <a:xfrm>
          <a:off x="708659" y="0"/>
          <a:ext cx="8031480" cy="308983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A3FDF4-0824-4534-B1DE-CECF30B6B24B}">
      <dsp:nvSpPr>
        <dsp:cNvPr id="0" name=""/>
        <dsp:cNvSpPr/>
      </dsp:nvSpPr>
      <dsp:spPr>
        <a:xfrm>
          <a:off x="4613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Начало</a:t>
          </a:r>
          <a:endParaRPr lang="ru-RU" sz="1200" kern="1200" dirty="0">
            <a:latin typeface="TT Firs Neue" panose="02000503030000020004"/>
          </a:endParaRPr>
        </a:p>
      </dsp:txBody>
      <dsp:txXfrm>
        <a:off x="49207" y="971544"/>
        <a:ext cx="824319" cy="1146746"/>
      </dsp:txXfrm>
    </dsp:sp>
    <dsp:sp modelId="{FC329E79-5265-4FEB-8E10-B0E21139D85C}">
      <dsp:nvSpPr>
        <dsp:cNvPr id="0" name=""/>
        <dsp:cNvSpPr/>
      </dsp:nvSpPr>
      <dsp:spPr>
        <a:xfrm>
          <a:off x="1070371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Ввод логина и пароля</a:t>
          </a:r>
          <a:endParaRPr lang="ru-RU" sz="1200" kern="1200" dirty="0">
            <a:latin typeface="TT Firs Neue" panose="02000503030000020004"/>
          </a:endParaRPr>
        </a:p>
      </dsp:txBody>
      <dsp:txXfrm>
        <a:off x="1114965" y="971544"/>
        <a:ext cx="824319" cy="1146746"/>
      </dsp:txXfrm>
    </dsp:sp>
    <dsp:sp modelId="{AA1C8748-92DE-4F75-8D88-988EE521DAC9}">
      <dsp:nvSpPr>
        <dsp:cNvPr id="0" name=""/>
        <dsp:cNvSpPr/>
      </dsp:nvSpPr>
      <dsp:spPr>
        <a:xfrm>
          <a:off x="2136130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Проверка данных</a:t>
          </a:r>
          <a:endParaRPr lang="ru-RU" sz="1200" kern="1200" dirty="0">
            <a:latin typeface="TT Firs Neue" panose="02000503030000020004"/>
          </a:endParaRPr>
        </a:p>
      </dsp:txBody>
      <dsp:txXfrm>
        <a:off x="2180724" y="971544"/>
        <a:ext cx="824319" cy="1146746"/>
      </dsp:txXfrm>
    </dsp:sp>
    <dsp:sp modelId="{FDDE2A3C-A5CB-49D6-9589-1727534B2F7E}">
      <dsp:nvSpPr>
        <dsp:cNvPr id="0" name=""/>
        <dsp:cNvSpPr/>
      </dsp:nvSpPr>
      <dsp:spPr>
        <a:xfrm>
          <a:off x="3201888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Определение роли</a:t>
          </a:r>
          <a:endParaRPr lang="ru-RU" sz="1200" kern="1200" dirty="0">
            <a:latin typeface="TT Firs Neue" panose="02000503030000020004"/>
          </a:endParaRPr>
        </a:p>
      </dsp:txBody>
      <dsp:txXfrm>
        <a:off x="3246482" y="971544"/>
        <a:ext cx="824319" cy="1146746"/>
      </dsp:txXfrm>
    </dsp:sp>
    <dsp:sp modelId="{EC17294C-5E0F-4F9A-AC75-3305D7C0F86A}">
      <dsp:nvSpPr>
        <dsp:cNvPr id="0" name=""/>
        <dsp:cNvSpPr/>
      </dsp:nvSpPr>
      <dsp:spPr>
        <a:xfrm>
          <a:off x="4267646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Переход в интерфейс</a:t>
          </a:r>
          <a:endParaRPr lang="ru-RU" sz="1200" kern="1200" dirty="0">
            <a:latin typeface="TT Firs Neue" panose="02000503030000020004"/>
          </a:endParaRPr>
        </a:p>
      </dsp:txBody>
      <dsp:txXfrm>
        <a:off x="4312240" y="971544"/>
        <a:ext cx="824319" cy="1146746"/>
      </dsp:txXfrm>
    </dsp:sp>
    <dsp:sp modelId="{A5C6293B-11F0-4F3B-B0B5-CF4AA92C31DE}">
      <dsp:nvSpPr>
        <dsp:cNvPr id="0" name=""/>
        <dsp:cNvSpPr/>
      </dsp:nvSpPr>
      <dsp:spPr>
        <a:xfrm>
          <a:off x="5333404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Работа с документами</a:t>
          </a:r>
          <a:endParaRPr lang="ru-RU" sz="1200" kern="1200" dirty="0">
            <a:latin typeface="TT Firs Neue" panose="02000503030000020004"/>
          </a:endParaRPr>
        </a:p>
      </dsp:txBody>
      <dsp:txXfrm>
        <a:off x="5377998" y="971544"/>
        <a:ext cx="824319" cy="1146746"/>
      </dsp:txXfrm>
    </dsp:sp>
    <dsp:sp modelId="{684654A6-64AC-4652-943A-92934CAA2E96}">
      <dsp:nvSpPr>
        <dsp:cNvPr id="0" name=""/>
        <dsp:cNvSpPr/>
      </dsp:nvSpPr>
      <dsp:spPr>
        <a:xfrm>
          <a:off x="6399162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>
              <a:latin typeface="TT Firs Neue" panose="02000503030000020004"/>
            </a:rPr>
            <a:t>Загрузка / удаление</a:t>
          </a:r>
          <a:endParaRPr lang="ru-RU" sz="1200" kern="1200" dirty="0">
            <a:latin typeface="TT Firs Neue" panose="02000503030000020004"/>
          </a:endParaRPr>
        </a:p>
      </dsp:txBody>
      <dsp:txXfrm>
        <a:off x="6443756" y="971544"/>
        <a:ext cx="824319" cy="1146746"/>
      </dsp:txXfrm>
    </dsp:sp>
    <dsp:sp modelId="{517C80F7-903E-4A3E-A9BD-19DCCDD20F10}">
      <dsp:nvSpPr>
        <dsp:cNvPr id="0" name=""/>
        <dsp:cNvSpPr/>
      </dsp:nvSpPr>
      <dsp:spPr>
        <a:xfrm>
          <a:off x="7464921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Сохранение в БД</a:t>
          </a:r>
          <a:endParaRPr lang="ru-RU" sz="1200" kern="1200" dirty="0">
            <a:latin typeface="TT Firs Neue" panose="02000503030000020004"/>
          </a:endParaRPr>
        </a:p>
      </dsp:txBody>
      <dsp:txXfrm>
        <a:off x="7509515" y="971544"/>
        <a:ext cx="824319" cy="1146746"/>
      </dsp:txXfrm>
    </dsp:sp>
    <dsp:sp modelId="{0B44DB16-C7EC-4EFF-8DAD-D040AA742DDF}">
      <dsp:nvSpPr>
        <dsp:cNvPr id="0" name=""/>
        <dsp:cNvSpPr/>
      </dsp:nvSpPr>
      <dsp:spPr>
        <a:xfrm>
          <a:off x="8530679" y="926950"/>
          <a:ext cx="913507" cy="12359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b="1" kern="1200" dirty="0">
              <a:latin typeface="TT Firs Neue" panose="02000503030000020004"/>
            </a:rPr>
            <a:t>Выход</a:t>
          </a:r>
        </a:p>
      </dsp:txBody>
      <dsp:txXfrm>
        <a:off x="8575273" y="971544"/>
        <a:ext cx="824319" cy="11467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FE2F0-89AA-4732-A0A7-43CE69986269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6FBA1-0A16-493E-888F-E7C913BC6F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67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A8D57-B34B-4AC0-8125-FFDEA60A894C}" type="datetimeFigureOut">
              <a:rPr lang="en-GB" smtClean="0"/>
              <a:t>17/04/2026</a:t>
            </a:fld>
            <a:endParaRPr lang="en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342B6-CBEC-4217-8329-4A9BBD6EA9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097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880455-8586-4363-B928-D7AB39C07FD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851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48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624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4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90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87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4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99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5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559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D6B97-0477-4B8E-A5A4-682C9937A75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68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E0E33D-1339-4F86-A6C1-CC25940B81C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2BFEF9-2677-4D94-AC61-E383E004D9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5348" y="86808"/>
            <a:ext cx="8921387" cy="668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1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934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1500" y="101048"/>
            <a:ext cx="7371160" cy="665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582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954"/>
          <a:stretch/>
        </p:blipFill>
        <p:spPr>
          <a:xfrm>
            <a:off x="4701500" y="-10160"/>
            <a:ext cx="7371160" cy="619307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CEE78C-D90E-6ACB-AE39-0DD4D999BC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85407" y="6298476"/>
            <a:ext cx="11221186" cy="40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35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42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2B0518-E1A5-55C8-571A-E57830CA2D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85407" y="6298476"/>
            <a:ext cx="11221186" cy="40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5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07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2">
            <a:extLst>
              <a:ext uri="{FF2B5EF4-FFF2-40B4-BE49-F238E27FC236}">
                <a16:creationId xmlns:a16="http://schemas.microsoft.com/office/drawing/2014/main" id="{E915A65B-32AC-3D24-E94A-539E7FD61A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530" b="-11872"/>
          <a:stretch/>
        </p:blipFill>
        <p:spPr>
          <a:xfrm>
            <a:off x="485407" y="6298476"/>
            <a:ext cx="10600681" cy="45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04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 userDrawn="1"/>
        </p:nvSpPr>
        <p:spPr>
          <a:xfrm>
            <a:off x="457200" y="454025"/>
            <a:ext cx="339466" cy="344488"/>
          </a:xfrm>
          <a:prstGeom prst="roundRect">
            <a:avLst>
              <a:gd name="adj" fmla="val 23682"/>
            </a:avLst>
          </a:prstGeom>
          <a:solidFill>
            <a:srgbClr val="9A3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78DF73-7F0C-7424-02BC-6DB99654BF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809" b="-5840"/>
          <a:stretch/>
        </p:blipFill>
        <p:spPr>
          <a:xfrm>
            <a:off x="485407" y="6298476"/>
            <a:ext cx="10681602" cy="42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5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316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E0E33D-1339-4F86-A6C1-CC25940B81C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2BFEF9-2677-4D94-AC61-E383E004D9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5348" y="86808"/>
            <a:ext cx="8921387" cy="668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0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2BFEF9-2677-4D94-AC61-E383E004D9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5348" y="86808"/>
            <a:ext cx="8921387" cy="668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86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1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1500" y="101048"/>
            <a:ext cx="7371160" cy="665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2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70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BDC0D2-1D9A-4E79-8B0D-89FCC5792F2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  <a14:imgEffect>
                      <a14:brightnessContrast contrast="-1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" y="0"/>
            <a:ext cx="12191995" cy="68579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13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08" r:id="rId2"/>
    <p:sldLayoutId id="2147483696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1602" y="76200"/>
            <a:ext cx="7426195" cy="6705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EE925-64C5-4930-AC8A-A7B27D459748}"/>
              </a:ext>
            </a:extLst>
          </p:cNvPr>
          <p:cNvSpPr txBox="1"/>
          <p:nvPr/>
        </p:nvSpPr>
        <p:spPr>
          <a:xfrm>
            <a:off x="390978" y="1450104"/>
            <a:ext cx="946785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latin typeface="TT Firs Neue" panose="02000503030000020004" pitchFamily="2" charset="-52"/>
              </a:rPr>
              <a:t>Дипломная работа</a:t>
            </a:r>
            <a:br>
              <a:rPr lang="ru-RU" sz="3800" b="1" dirty="0">
                <a:effectLst/>
                <a:latin typeface="TT Firs Neue" panose="02000503030000020004" pitchFamily="2" charset="-52"/>
              </a:rPr>
            </a:br>
            <a:endParaRPr lang="en-US" sz="3800" b="1" dirty="0">
              <a:latin typeface="TT Firs Neue" panose="02000503030000020004" pitchFamily="2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533" t="1729" r="7051" b="32683"/>
          <a:stretch/>
        </p:blipFill>
        <p:spPr>
          <a:xfrm>
            <a:off x="6539416" y="3453936"/>
            <a:ext cx="1081854" cy="1095525"/>
          </a:xfrm>
          <a:prstGeom prst="roundRect">
            <a:avLst>
              <a:gd name="adj" fmla="val 2745"/>
            </a:avLst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72" t="963" r="2243" b="36298"/>
          <a:stretch/>
        </p:blipFill>
        <p:spPr>
          <a:xfrm>
            <a:off x="9905367" y="2333505"/>
            <a:ext cx="1081406" cy="1111215"/>
          </a:xfrm>
          <a:prstGeom prst="roundRect">
            <a:avLst>
              <a:gd name="adj" fmla="val 2745"/>
            </a:avLst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125" t="470" r="16780" b="1736"/>
          <a:stretch/>
        </p:blipFill>
        <p:spPr>
          <a:xfrm>
            <a:off x="9890127" y="4575414"/>
            <a:ext cx="1084246" cy="1085852"/>
          </a:xfrm>
          <a:prstGeom prst="roundRect">
            <a:avLst>
              <a:gd name="adj" fmla="val 2745"/>
            </a:avLst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86" t="17003" r="10065" b="15679"/>
          <a:stretch/>
        </p:blipFill>
        <p:spPr>
          <a:xfrm>
            <a:off x="6534336" y="5699760"/>
            <a:ext cx="1083566" cy="1092200"/>
          </a:xfrm>
          <a:prstGeom prst="roundRect">
            <a:avLst>
              <a:gd name="adj" fmla="val 2745"/>
            </a:avLst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80" t="5040" r="4243" b="31373"/>
          <a:stretch/>
        </p:blipFill>
        <p:spPr>
          <a:xfrm>
            <a:off x="8744439" y="1197171"/>
            <a:ext cx="1119469" cy="1126173"/>
          </a:xfrm>
          <a:prstGeom prst="roundRect">
            <a:avLst>
              <a:gd name="adj" fmla="val 3724"/>
            </a:avLst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909" y="342627"/>
            <a:ext cx="1653610" cy="384064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42900" y="5610225"/>
            <a:ext cx="1733550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1961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409C3A-F9AD-49B7-AA11-D6C7D2427C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909" y="342627"/>
            <a:ext cx="1653610" cy="3840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B4EE1F-92A0-4881-B668-4BA0FB674757}"/>
              </a:ext>
            </a:extLst>
          </p:cNvPr>
          <p:cNvSpPr txBox="1"/>
          <p:nvPr/>
        </p:nvSpPr>
        <p:spPr>
          <a:xfrm>
            <a:off x="658812" y="1198313"/>
            <a:ext cx="10972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T Firs Neue" panose="02000503030000020004"/>
              </a:rPr>
              <a:t>Автономная некоммерческая организация</a:t>
            </a:r>
          </a:p>
          <a:p>
            <a:pPr algn="ctr"/>
            <a:r>
              <a:rPr lang="ru-RU" b="1" dirty="0">
                <a:latin typeface="TT Firs Neue" panose="02000503030000020004"/>
              </a:rPr>
              <a:t>профессионального образования</a:t>
            </a:r>
          </a:p>
          <a:p>
            <a:pPr algn="ctr"/>
            <a:r>
              <a:rPr lang="ru-RU" b="1" dirty="0">
                <a:latin typeface="TT Firs Neue" panose="02000503030000020004"/>
              </a:rPr>
              <a:t>«Международная Академия Информационных Технологий «ИТ ХАБ»»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68567-5285-4D0D-9ED3-250C36ABC7A9}"/>
              </a:ext>
            </a:extLst>
          </p:cNvPr>
          <p:cNvSpPr txBox="1"/>
          <p:nvPr/>
        </p:nvSpPr>
        <p:spPr>
          <a:xfrm>
            <a:off x="658812" y="2121643"/>
            <a:ext cx="10486962" cy="170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999"/>
              </a:lnSpc>
              <a:spcBef>
                <a:spcPct val="0"/>
              </a:spcBef>
              <a:buSzPts val="2430"/>
            </a:pPr>
            <a:r>
              <a:rPr lang="ru-RU" sz="1600" dirty="0">
                <a:latin typeface="TT Firs Neue" panose="02000503030000020004" pitchFamily="2" charset="-52"/>
                <a:ea typeface="Montserrat"/>
                <a:cs typeface="Montserrat"/>
              </a:rPr>
              <a:t>Специальность: 09.02.07 «Информационные системы и программирование»</a:t>
            </a:r>
          </a:p>
          <a:p>
            <a:pPr>
              <a:lnSpc>
                <a:spcPct val="114999"/>
              </a:lnSpc>
              <a:spcBef>
                <a:spcPct val="0"/>
              </a:spcBef>
              <a:buSzPts val="2430"/>
            </a:pPr>
            <a:endParaRPr lang="en-US" sz="1400" dirty="0">
              <a:latin typeface="TT Firs Neue" panose="02000503030000020004" pitchFamily="2" charset="-52"/>
              <a:ea typeface="Montserrat"/>
              <a:cs typeface="Montserrat"/>
            </a:endParaRPr>
          </a:p>
          <a:p>
            <a:r>
              <a:rPr lang="ru-RU" sz="1400" dirty="0">
                <a:latin typeface="TT Firs Neue" panose="02000503030000020004"/>
              </a:rPr>
              <a:t>Квалификация: Программист, бизнес-ориентированный профиль: </a:t>
            </a:r>
            <a:r>
              <a:rPr lang="ru-RU" sz="1400" dirty="0" err="1">
                <a:latin typeface="TT Firs Neue" panose="02000503030000020004"/>
              </a:rPr>
              <a:t>Java</a:t>
            </a:r>
            <a:r>
              <a:rPr lang="ru-RU" sz="1400" dirty="0">
                <a:latin typeface="TT Firs Neue" panose="02000503030000020004"/>
              </a:rPr>
              <a:t> разработчик.</a:t>
            </a:r>
          </a:p>
          <a:p>
            <a:r>
              <a:rPr lang="ru-RU" sz="1400" dirty="0">
                <a:latin typeface="TT Firs Neue" panose="02000503030000020004"/>
              </a:rPr>
              <a:t>Квалификация: Программист, бизнес-ориентированный профиль: Разработчик .NET.</a:t>
            </a:r>
          </a:p>
          <a:p>
            <a:r>
              <a:rPr lang="ru-RU" sz="1400" dirty="0">
                <a:latin typeface="TT Firs Neue" panose="02000503030000020004"/>
              </a:rPr>
              <a:t>Квалификация: Программист, бизнес-ориентированный профиль: </a:t>
            </a:r>
            <a:r>
              <a:rPr lang="en-US" sz="1400" dirty="0">
                <a:latin typeface="TT Firs Neue" panose="02000503030000020004"/>
              </a:rPr>
              <a:t>Data Engineer</a:t>
            </a:r>
            <a:r>
              <a:rPr lang="ru-RU" sz="1400" dirty="0">
                <a:latin typeface="TT Firs Neue" panose="02000503030000020004"/>
              </a:rPr>
              <a:t>.</a:t>
            </a:r>
          </a:p>
          <a:p>
            <a:r>
              <a:rPr lang="ru-RU" sz="1400" dirty="0">
                <a:latin typeface="TT Firs Neue" panose="02000503030000020004"/>
              </a:rPr>
              <a:t>Квалификация: Программист, бизнес-ориентированный профиль: </a:t>
            </a:r>
            <a:r>
              <a:rPr lang="ru-RU" sz="1400" dirty="0" err="1">
                <a:latin typeface="TT Firs Neue" panose="02000503030000020004"/>
              </a:rPr>
              <a:t>Frontend</a:t>
            </a:r>
            <a:r>
              <a:rPr lang="ru-RU" sz="1400" dirty="0">
                <a:latin typeface="TT Firs Neue" panose="02000503030000020004"/>
              </a:rPr>
              <a:t> разработчик.</a:t>
            </a:r>
          </a:p>
          <a:p>
            <a:r>
              <a:rPr lang="ru-RU" sz="1400" dirty="0">
                <a:latin typeface="TT Firs Neue" panose="02000503030000020004"/>
              </a:rPr>
              <a:t>Квалификация: Программист, бизнес-ориентированный профиль: </a:t>
            </a:r>
            <a:r>
              <a:rPr lang="ru-RU" sz="1400" dirty="0" err="1">
                <a:latin typeface="TT Firs Neue" panose="02000503030000020004"/>
              </a:rPr>
              <a:t>Backend</a:t>
            </a:r>
            <a:r>
              <a:rPr lang="ru-RU" sz="1400" dirty="0">
                <a:latin typeface="TT Firs Neue" panose="02000503030000020004"/>
              </a:rPr>
              <a:t> разработчик веб и мультимедийных приложений.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F34B4-B0B8-4D72-9555-CD545D7E26BE}"/>
              </a:ext>
            </a:extLst>
          </p:cNvPr>
          <p:cNvSpPr txBox="1"/>
          <p:nvPr/>
        </p:nvSpPr>
        <p:spPr>
          <a:xfrm>
            <a:off x="756845" y="4021187"/>
            <a:ext cx="10874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T Firs Neue" panose="02000503030000020004"/>
              </a:rPr>
              <a:t>Предварительная защита дипломного проекта на тему: «</a:t>
            </a:r>
            <a:r>
              <a:rPr lang="ru-RU" sz="1800" dirty="0">
                <a:effectLst/>
                <a:latin typeface="TT Firs Neue" panose="02000503030000020004"/>
                <a:ea typeface="Calibri" panose="020F0502020204030204" pitchFamily="34" charset="0"/>
              </a:rPr>
              <a:t>Проектирование и разработка информационной системы онлайн-кабинета куратора группы студентов колледжа АНО ПО «ИТ Хаб»</a:t>
            </a:r>
            <a:r>
              <a:rPr lang="ru-RU" b="1" dirty="0">
                <a:latin typeface="TT Firs Neue" panose="02000503030000020004"/>
              </a:rPr>
              <a:t>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147F09-4275-43A7-8FB0-E4FD1E777E08}"/>
              </a:ext>
            </a:extLst>
          </p:cNvPr>
          <p:cNvSpPr txBox="1"/>
          <p:nvPr/>
        </p:nvSpPr>
        <p:spPr>
          <a:xfrm>
            <a:off x="756845" y="4620003"/>
            <a:ext cx="3884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Защищается студент группы: 4Р2-9</a:t>
            </a:r>
            <a:r>
              <a:rPr lang="en-US" dirty="0"/>
              <a:t>.</a:t>
            </a:r>
            <a:r>
              <a:rPr lang="ru-RU" dirty="0"/>
              <a:t>22</a:t>
            </a:r>
            <a:endParaRPr lang="ru-RU" dirty="0">
              <a:solidFill>
                <a:srgbClr val="FF0000"/>
              </a:solidFill>
            </a:endParaRPr>
          </a:p>
          <a:p>
            <a:r>
              <a:rPr lang="ru-RU" dirty="0"/>
              <a:t>Фёдоров Георгий Александрович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E4983F-691B-4962-9210-59E5A40171FC}"/>
              </a:ext>
            </a:extLst>
          </p:cNvPr>
          <p:cNvSpPr txBox="1"/>
          <p:nvPr/>
        </p:nvSpPr>
        <p:spPr>
          <a:xfrm>
            <a:off x="8505234" y="4614788"/>
            <a:ext cx="3013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/>
              <a:t>Руководитель ВКР:</a:t>
            </a:r>
            <a:br>
              <a:rPr lang="ru-RU" dirty="0"/>
            </a:br>
            <a:r>
              <a:rPr lang="ru-RU" dirty="0"/>
              <a:t>Борисов Игорь Олегович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6D3F2E-D6CC-41F7-98D2-2C8F6FF5091A}"/>
              </a:ext>
            </a:extLst>
          </p:cNvPr>
          <p:cNvSpPr txBox="1"/>
          <p:nvPr/>
        </p:nvSpPr>
        <p:spPr>
          <a:xfrm>
            <a:off x="756845" y="5815117"/>
            <a:ext cx="3746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Дата предзащиты:</a:t>
            </a:r>
            <a:r>
              <a:rPr lang="en-US" dirty="0"/>
              <a:t> 17 </a:t>
            </a:r>
            <a:r>
              <a:rPr lang="ru-RU" dirty="0"/>
              <a:t>Апреля 2026 г.</a:t>
            </a:r>
          </a:p>
        </p:txBody>
      </p:sp>
    </p:spTree>
    <p:extLst>
      <p:ext uri="{BB962C8B-B14F-4D97-AF65-F5344CB8AC3E}">
        <p14:creationId xmlns:p14="http://schemas.microsoft.com/office/powerpoint/2010/main" val="312252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457200" y="366533"/>
            <a:ext cx="9134856" cy="461665"/>
            <a:chOff x="457200" y="366533"/>
            <a:chExt cx="9134856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B9E856-0AA6-48B1-A29D-26D8F34A8C0A}"/>
                </a:ext>
              </a:extLst>
            </p:cNvPr>
            <p:cNvSpPr txBox="1"/>
            <p:nvPr/>
          </p:nvSpPr>
          <p:spPr>
            <a:xfrm>
              <a:off x="1058862" y="366533"/>
              <a:ext cx="85331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effectLst/>
                  <a:latin typeface="TT Firs Neue" panose="02000503030000020004" pitchFamily="2" charset="-52"/>
                </a:rPr>
                <a:t>Введение, описание предметной области и проблемной зоны</a:t>
              </a:r>
            </a:p>
          </p:txBody>
        </p:sp>
        <p:sp>
          <p:nvSpPr>
            <p:cNvPr id="13" name="Скругленный прямоугольник 12"/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pSp>
        <p:nvGrpSpPr>
          <p:cNvPr id="3" name="Группа 3">
            <a:extLst>
              <a:ext uri="{FF2B5EF4-FFF2-40B4-BE49-F238E27FC236}">
                <a16:creationId xmlns:a16="http://schemas.microsoft.com/office/drawing/2014/main" id="{E7289292-D4BF-CD7C-AABA-E669567917CC}"/>
              </a:ext>
            </a:extLst>
          </p:cNvPr>
          <p:cNvGrpSpPr/>
          <p:nvPr/>
        </p:nvGrpSpPr>
        <p:grpSpPr>
          <a:xfrm>
            <a:off x="2384613" y="1705535"/>
            <a:ext cx="7058212" cy="4194451"/>
            <a:chOff x="138111" y="1562099"/>
            <a:chExt cx="7896701" cy="4194451"/>
          </a:xfrm>
        </p:grpSpPr>
        <p:sp>
          <p:nvSpPr>
            <p:cNvPr id="5" name="Прямоугольник: скругленные углы 13">
              <a:extLst>
                <a:ext uri="{FF2B5EF4-FFF2-40B4-BE49-F238E27FC236}">
                  <a16:creationId xmlns:a16="http://schemas.microsoft.com/office/drawing/2014/main" id="{173C1E3A-3999-8529-5836-49F5A0D36A03}"/>
                </a:ext>
              </a:extLst>
            </p:cNvPr>
            <p:cNvSpPr/>
            <p:nvPr/>
          </p:nvSpPr>
          <p:spPr>
            <a:xfrm>
              <a:off x="138111" y="1591093"/>
              <a:ext cx="7896701" cy="1287181"/>
            </a:xfrm>
            <a:prstGeom prst="roundRect">
              <a:avLst>
                <a:gd name="adj" fmla="val 186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Рисунок 22">
              <a:extLst>
                <a:ext uri="{FF2B5EF4-FFF2-40B4-BE49-F238E27FC236}">
                  <a16:creationId xmlns:a16="http://schemas.microsoft.com/office/drawing/2014/main" id="{4D5BDB70-CB1C-2B5F-0062-75D2270C0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281944" y="2405429"/>
              <a:ext cx="606501" cy="32839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E53602-02D9-BA4C-0B21-7DB2BCE108C7}"/>
                </a:ext>
              </a:extLst>
            </p:cNvPr>
            <p:cNvSpPr txBox="1"/>
            <p:nvPr/>
          </p:nvSpPr>
          <p:spPr>
            <a:xfrm>
              <a:off x="254900" y="1562099"/>
              <a:ext cx="742219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Описание предметной области подсистемы: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управление учебными группами студентов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учет информации о студентах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контроль посещаемости и успеваемости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взаимодействие куратора со студентами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хранение и обработка учебных данных</a:t>
              </a:r>
            </a:p>
          </p:txBody>
        </p:sp>
        <p:sp>
          <p:nvSpPr>
            <p:cNvPr id="8" name="Прямоугольник: скругленные углы 16">
              <a:extLst>
                <a:ext uri="{FF2B5EF4-FFF2-40B4-BE49-F238E27FC236}">
                  <a16:creationId xmlns:a16="http://schemas.microsoft.com/office/drawing/2014/main" id="{AD5BFFB8-DD35-E6AA-4AC3-38B026EC66B1}"/>
                </a:ext>
              </a:extLst>
            </p:cNvPr>
            <p:cNvSpPr/>
            <p:nvPr/>
          </p:nvSpPr>
          <p:spPr>
            <a:xfrm>
              <a:off x="138111" y="3011626"/>
              <a:ext cx="7896701" cy="2744924"/>
            </a:xfrm>
            <a:prstGeom prst="roundRect">
              <a:avLst>
                <a:gd name="adj" fmla="val 186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E4770C-C22B-166D-23AC-04A9C08F97CE}"/>
                </a:ext>
              </a:extLst>
            </p:cNvPr>
            <p:cNvSpPr txBox="1"/>
            <p:nvPr/>
          </p:nvSpPr>
          <p:spPr>
            <a:xfrm>
              <a:off x="365443" y="3214537"/>
              <a:ext cx="7422197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Описание проблемной зоны текущих процессов предприятия: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отсутствие единой системы учета студентов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использование разрозненных инструментов (таблицы, мессенджеры)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сложность контроля посещаемости и успеваемости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высокая вероятность ошибок при ручной обработке данных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неудобство взаимодействия между участниками процесса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1248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B6C7863-9CCE-41CC-8C8C-F490C064FDE7}"/>
              </a:ext>
            </a:extLst>
          </p:cNvPr>
          <p:cNvSpPr txBox="1"/>
          <p:nvPr/>
        </p:nvSpPr>
        <p:spPr>
          <a:xfrm>
            <a:off x="1979090" y="4267973"/>
            <a:ext cx="1882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9A33F4"/>
                </a:solidFill>
                <a:latin typeface="TT Firs Neue" panose="02000503030000020004" pitchFamily="2" charset="-52"/>
              </a:rPr>
              <a:t>Форматы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BF3832-0955-4F19-AC47-82F3F7A3758B}"/>
              </a:ext>
            </a:extLst>
          </p:cNvPr>
          <p:cNvSpPr txBox="1"/>
          <p:nvPr/>
        </p:nvSpPr>
        <p:spPr>
          <a:xfrm>
            <a:off x="3647870" y="4267973"/>
            <a:ext cx="58981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  <a:latin typeface="TT Firs Neue" panose="02000503030000020004" pitchFamily="2" charset="-52"/>
              </a:rPr>
              <a:t>PPT, PPS и POT, как и все бинарные форматы пакета </a:t>
            </a:r>
            <a:r>
              <a:rPr lang="ru-RU" dirty="0" err="1">
                <a:solidFill>
                  <a:schemeClr val="bg1"/>
                </a:solidFill>
                <a:effectLst/>
                <a:latin typeface="TT Firs Neue" panose="02000503030000020004" pitchFamily="2" charset="-52"/>
              </a:rPr>
              <a:t>Office</a:t>
            </a:r>
            <a:r>
              <a:rPr lang="ru-RU" dirty="0">
                <a:solidFill>
                  <a:schemeClr val="bg1"/>
                </a:solidFill>
                <a:effectLst/>
                <a:latin typeface="TT Firs Neue" panose="02000503030000020004" pitchFamily="2" charset="-52"/>
              </a:rPr>
              <a:t>, являются закрытыми форматами, поэтому теоретически ими можно управлять только через программу </a:t>
            </a:r>
            <a:r>
              <a:rPr lang="ru-RU" dirty="0" err="1">
                <a:solidFill>
                  <a:schemeClr val="bg1"/>
                </a:solidFill>
                <a:effectLst/>
                <a:latin typeface="TT Firs Neue" panose="02000503030000020004" pitchFamily="2" charset="-52"/>
              </a:rPr>
              <a:t>Microsoft</a:t>
            </a:r>
            <a:r>
              <a:rPr lang="ru-RU" dirty="0">
                <a:solidFill>
                  <a:schemeClr val="bg1"/>
                </a:solidFill>
                <a:effectLst/>
              </a:rPr>
              <a:t>. </a:t>
            </a:r>
            <a:endParaRPr lang="en-US" b="1" dirty="0">
              <a:solidFill>
                <a:schemeClr val="bg1"/>
              </a:solidFill>
              <a:latin typeface="TT Firs Neue" panose="02000503030000020004" pitchFamily="2" charset="-52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153FC14-B72D-45A0-8ED1-83C9A3590A62}"/>
              </a:ext>
            </a:extLst>
          </p:cNvPr>
          <p:cNvSpPr/>
          <p:nvPr/>
        </p:nvSpPr>
        <p:spPr>
          <a:xfrm>
            <a:off x="1751759" y="1294885"/>
            <a:ext cx="3877627" cy="1583389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1822937-D5FC-4E2D-B385-FF31EC676051}"/>
              </a:ext>
            </a:extLst>
          </p:cNvPr>
          <p:cNvSpPr/>
          <p:nvPr/>
        </p:nvSpPr>
        <p:spPr>
          <a:xfrm>
            <a:off x="5770832" y="1294885"/>
            <a:ext cx="3877627" cy="1583389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A61048E-D7A1-4727-881B-10DB1D46B191}"/>
              </a:ext>
            </a:extLst>
          </p:cNvPr>
          <p:cNvSpPr/>
          <p:nvPr/>
        </p:nvSpPr>
        <p:spPr>
          <a:xfrm>
            <a:off x="1751758" y="3028013"/>
            <a:ext cx="7896701" cy="2707047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33C7C9B-B038-4785-AEA4-43FC598E8E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2799" y="2184400"/>
            <a:ext cx="541790" cy="52645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C9067D6-EDC4-43F5-B5A6-041353F0C4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8239" y="2290458"/>
            <a:ext cx="693848" cy="420398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BCE2283-E638-445D-A932-3DDA046087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74043" y="5102991"/>
            <a:ext cx="755184" cy="4088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A7FB16A-5AB5-462E-A604-D903E6867638}"/>
              </a:ext>
            </a:extLst>
          </p:cNvPr>
          <p:cNvSpPr txBox="1"/>
          <p:nvPr/>
        </p:nvSpPr>
        <p:spPr>
          <a:xfrm>
            <a:off x="1940520" y="1294883"/>
            <a:ext cx="34146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TT Firs Neue" panose="02000503030000020004"/>
              </a:rPr>
              <a:t>Цель работы:</a:t>
            </a:r>
          </a:p>
          <a:p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Разработка информационной системы «Онлайн-кабинет куратора» для автоматизации работы с группой студентов, повышения эффективности взаимодействия и учета учебного процесса.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6B8E6D-51AA-47AB-8B98-9A42AE768BEE}"/>
              </a:ext>
            </a:extLst>
          </p:cNvPr>
          <p:cNvSpPr txBox="1"/>
          <p:nvPr/>
        </p:nvSpPr>
        <p:spPr>
          <a:xfrm>
            <a:off x="5933846" y="1294883"/>
            <a:ext cx="37146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TT Firs Neue" panose="02000503030000020004"/>
              </a:rPr>
              <a:t>Задачи: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 анализ предметной области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 проектирование структуры системы и БД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 разработка серверной части приложения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 разработка пользовательского интерфейса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 реализация функционала управления студентами и группами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тестирование и устранение ошибок</a:t>
            </a:r>
          </a:p>
        </p:txBody>
      </p:sp>
      <p:grpSp>
        <p:nvGrpSpPr>
          <p:cNvPr id="16" name="Группа 15"/>
          <p:cNvGrpSpPr/>
          <p:nvPr/>
        </p:nvGrpSpPr>
        <p:grpSpPr>
          <a:xfrm>
            <a:off x="457200" y="366533"/>
            <a:ext cx="8667749" cy="461665"/>
            <a:chOff x="457200" y="366533"/>
            <a:chExt cx="8667749" cy="4616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B9E856-0AA6-48B1-A29D-26D8F34A8C0A}"/>
                </a:ext>
              </a:extLst>
            </p:cNvPr>
            <p:cNvSpPr txBox="1"/>
            <p:nvPr/>
          </p:nvSpPr>
          <p:spPr>
            <a:xfrm>
              <a:off x="1058862" y="366533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effectLst/>
                  <a:latin typeface="TT Firs Neue" panose="02000503030000020004" pitchFamily="2" charset="-52"/>
                </a:rPr>
                <a:t>Цель, постановка задачи и актуальность</a:t>
              </a:r>
            </a:p>
          </p:txBody>
        </p:sp>
        <p:sp>
          <p:nvSpPr>
            <p:cNvPr id="20" name="Скругленный прямоугольник 19"/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CC910C6-1E5F-4E4F-8921-C9BD36AA9876}"/>
              </a:ext>
            </a:extLst>
          </p:cNvPr>
          <p:cNvSpPr txBox="1"/>
          <p:nvPr/>
        </p:nvSpPr>
        <p:spPr>
          <a:xfrm>
            <a:off x="1979090" y="3249542"/>
            <a:ext cx="742219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TT Firs Neue" panose="02000503030000020004"/>
              </a:rPr>
              <a:t>Актуальность: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отсутствие удобных инструментов для работы кураторов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разрозненность данных о студентах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высокая трудоемкость ручного учета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  <a:latin typeface="TT Firs Neue" panose="02000503030000020004"/>
              </a:rPr>
              <a:t>необходимость автоматизации образовательных процессов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198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Группа 10"/>
          <p:cNvGrpSpPr/>
          <p:nvPr/>
        </p:nvGrpSpPr>
        <p:grpSpPr>
          <a:xfrm>
            <a:off x="457200" y="366533"/>
            <a:ext cx="8667749" cy="461665"/>
            <a:chOff x="457200" y="366533"/>
            <a:chExt cx="8667749" cy="4616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8B9E856-0AA6-48B1-A29D-26D8F34A8C0A}"/>
                </a:ext>
              </a:extLst>
            </p:cNvPr>
            <p:cNvSpPr txBox="1"/>
            <p:nvPr/>
          </p:nvSpPr>
          <p:spPr>
            <a:xfrm>
              <a:off x="1058862" y="366533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effectLst/>
                  <a:latin typeface="TT Firs Neue" panose="02000503030000020004" pitchFamily="2" charset="-52"/>
                </a:rPr>
                <a:t>Требования к разработке</a:t>
              </a:r>
            </a:p>
          </p:txBody>
        </p:sp>
        <p:sp>
          <p:nvSpPr>
            <p:cNvPr id="13" name="Скругленный прямоугольник 12"/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2B91F3C-1696-4A88-9DF4-871C1F5DC417}"/>
              </a:ext>
            </a:extLst>
          </p:cNvPr>
          <p:cNvGrpSpPr/>
          <p:nvPr/>
        </p:nvGrpSpPr>
        <p:grpSpPr>
          <a:xfrm>
            <a:off x="510145" y="1585543"/>
            <a:ext cx="11171709" cy="4171007"/>
            <a:chOff x="138112" y="1585543"/>
            <a:chExt cx="11831255" cy="4171007"/>
          </a:xfrm>
        </p:grpSpPr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BA61048E-D7A1-4727-881B-10DB1D46B191}"/>
                </a:ext>
              </a:extLst>
            </p:cNvPr>
            <p:cNvSpPr/>
            <p:nvPr/>
          </p:nvSpPr>
          <p:spPr>
            <a:xfrm>
              <a:off x="6053738" y="1585543"/>
              <a:ext cx="5915629" cy="4171007"/>
            </a:xfrm>
            <a:prstGeom prst="roundRect">
              <a:avLst>
                <a:gd name="adj" fmla="val 1862"/>
              </a:avLst>
            </a:prstGeom>
            <a:solidFill>
              <a:srgbClr val="6262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ru-RU" sz="1400" b="1" dirty="0">
                  <a:latin typeface="TT Firs Neue" panose="02000503030000020004"/>
                </a:rPr>
                <a:t>Анализ, сравнение и обоснование метода решения задач:</a:t>
              </a:r>
              <a:endParaRPr lang="ru-RU" sz="1400" dirty="0">
                <a:latin typeface="TT Firs Neue" panose="02000503030000020004"/>
              </a:endParaRPr>
            </a:p>
            <a:p>
              <a:r>
                <a:rPr lang="ru-RU" sz="1400" b="1" dirty="0">
                  <a:latin typeface="TT Firs Neue" panose="02000503030000020004"/>
                </a:rPr>
                <a:t>Анализ решений: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latin typeface="TT Firs Neue" panose="02000503030000020004"/>
                </a:rPr>
                <a:t> Таблицы (Excel, Google) — простота, но нет автоматизации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latin typeface="TT Firs Neue" panose="02000503030000020004"/>
                </a:rPr>
                <a:t> Мессенджеры — удобство общения, но нет структуры данных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latin typeface="TT Firs Neue" panose="02000503030000020004"/>
                </a:rPr>
                <a:t> Готовые системы — ограниченная гибкость </a:t>
              </a:r>
            </a:p>
            <a:p>
              <a:r>
                <a:rPr lang="ru-RU" sz="1400" b="1" dirty="0">
                  <a:latin typeface="TT Firs Neue" panose="02000503030000020004"/>
                </a:rPr>
                <a:t>Обоснование выбора:</a:t>
              </a:r>
            </a:p>
            <a:p>
              <a:r>
                <a:rPr lang="ru-RU" sz="1400" dirty="0">
                  <a:latin typeface="TT Firs Neue" panose="02000503030000020004"/>
                </a:rPr>
                <a:t>разработка собственной системы позволяет: </a:t>
              </a:r>
              <a:endParaRPr lang="en-US" sz="1400" dirty="0">
                <a:latin typeface="TT Firs Neue" panose="02000503030000020004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latin typeface="TT Firs Neue" panose="02000503030000020004"/>
                </a:rPr>
                <a:t>учесть специфику работы куратора </a:t>
              </a:r>
              <a:endParaRPr lang="en-US" sz="1400" dirty="0">
                <a:latin typeface="TT Firs Neue" panose="02000503030000020004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latin typeface="TT Firs Neue" panose="02000503030000020004"/>
                </a:rPr>
                <a:t>реализовать нужный функционал </a:t>
              </a:r>
              <a:endParaRPr lang="en-US" sz="1400" dirty="0">
                <a:latin typeface="TT Firs Neue" panose="02000503030000020004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latin typeface="TT Firs Neue" panose="02000503030000020004"/>
                </a:rPr>
                <a:t>обеспечить централизованное управление данными </a:t>
              </a:r>
              <a:endParaRPr lang="en-US" sz="1400" dirty="0">
                <a:latin typeface="TT Firs Neue" panose="02000503030000020004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sz="1400" dirty="0">
                  <a:latin typeface="TT Firs Neue" panose="02000503030000020004"/>
                </a:rPr>
                <a:t>повысить эффективность работы</a:t>
              </a:r>
            </a:p>
            <a:p>
              <a:pPr algn="ctr"/>
              <a:endParaRPr lang="en-US" sz="1400" dirty="0"/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7BCE2283-E638-445D-A932-3DDA04608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20686" y="5272457"/>
              <a:ext cx="606501" cy="328393"/>
            </a:xfrm>
            <a:prstGeom prst="rect">
              <a:avLst/>
            </a:prstGeom>
          </p:spPr>
        </p:pic>
        <p:sp>
          <p:nvSpPr>
            <p:cNvPr id="17" name="Прямоугольник: скругленные углы 16">
              <a:extLst>
                <a:ext uri="{FF2B5EF4-FFF2-40B4-BE49-F238E27FC236}">
                  <a16:creationId xmlns:a16="http://schemas.microsoft.com/office/drawing/2014/main" id="{987CAA03-C7D7-4F75-9D85-0BFFA566D996}"/>
                </a:ext>
              </a:extLst>
            </p:cNvPr>
            <p:cNvSpPr/>
            <p:nvPr/>
          </p:nvSpPr>
          <p:spPr>
            <a:xfrm>
              <a:off x="138112" y="1585543"/>
              <a:ext cx="5612375" cy="4171007"/>
            </a:xfrm>
            <a:prstGeom prst="roundRect">
              <a:avLst>
                <a:gd name="adj" fmla="val 1862"/>
              </a:avLst>
            </a:prstGeom>
            <a:solidFill>
              <a:srgbClr val="62626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CC910C6-1E5F-4E4F-8921-C9BD36AA9876}"/>
                </a:ext>
              </a:extLst>
            </p:cNvPr>
            <p:cNvSpPr txBox="1"/>
            <p:nvPr/>
          </p:nvSpPr>
          <p:spPr>
            <a:xfrm>
              <a:off x="280293" y="1634557"/>
              <a:ext cx="5292420" cy="3970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Описание требований, роли, функции ролей:</a:t>
              </a:r>
              <a:endParaRPr lang="ru-RU" sz="1400" dirty="0">
                <a:solidFill>
                  <a:schemeClr val="bg1"/>
                </a:solidFill>
                <a:latin typeface="TT Firs Neue" panose="02000503030000020004"/>
              </a:endParaRPr>
            </a:p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Роли пользователей: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куратор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администратор </a:t>
              </a:r>
            </a:p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Функции ролей:</a:t>
              </a:r>
            </a:p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Куратор:</a:t>
              </a:r>
              <a:endParaRPr lang="ru-RU" sz="1400" dirty="0">
                <a:solidFill>
                  <a:schemeClr val="bg1"/>
                </a:solidFill>
                <a:latin typeface="TT Firs Neue" panose="02000503030000020004"/>
              </a:endParaRP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просмотр информации о студентах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учет посещаемости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работа с учебной группой </a:t>
              </a:r>
            </a:p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Администратор:</a:t>
              </a:r>
              <a:endParaRPr lang="ru-RU" sz="1400" dirty="0">
                <a:solidFill>
                  <a:schemeClr val="bg1"/>
                </a:solidFill>
                <a:latin typeface="TT Firs Neue" panose="02000503030000020004"/>
              </a:endParaRP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управление пользователями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редактирование данных системы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контроль корректности данных </a:t>
              </a:r>
            </a:p>
            <a:p>
              <a:r>
                <a:rPr lang="ru-RU" sz="1400" b="1" dirty="0">
                  <a:solidFill>
                    <a:schemeClr val="bg1"/>
                  </a:solidFill>
                  <a:latin typeface="TT Firs Neue" panose="02000503030000020004"/>
                </a:rPr>
                <a:t>Основные требования: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централизованное хранение данных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удобный интерфейс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разграничение прав доступа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ru-RU" sz="1400" dirty="0">
                  <a:solidFill>
                    <a:schemeClr val="bg1"/>
                  </a:solidFill>
                  <a:latin typeface="TT Firs Neue" panose="02000503030000020004"/>
                </a:rPr>
                <a:t> обеспечение безопасности данных</a:t>
              </a:r>
            </a:p>
          </p:txBody>
        </p:sp>
      </p:grp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246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/>
          <p:cNvGrpSpPr/>
          <p:nvPr/>
        </p:nvGrpSpPr>
        <p:grpSpPr>
          <a:xfrm>
            <a:off x="457200" y="366533"/>
            <a:ext cx="8667749" cy="461665"/>
            <a:chOff x="457200" y="366533"/>
            <a:chExt cx="8667749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B9E856-0AA6-48B1-A29D-26D8F34A8C0A}"/>
                </a:ext>
              </a:extLst>
            </p:cNvPr>
            <p:cNvSpPr txBox="1"/>
            <p:nvPr/>
          </p:nvSpPr>
          <p:spPr>
            <a:xfrm>
              <a:off x="1058862" y="366533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Описание функций</a:t>
              </a:r>
              <a:endParaRPr lang="en-US" sz="2400" b="1" dirty="0">
                <a:latin typeface="TT Firs Neue" panose="02000503030000020004" pitchFamily="2" charset="-52"/>
              </a:endParaRPr>
            </a:p>
          </p:txBody>
        </p:sp>
        <p:sp>
          <p:nvSpPr>
            <p:cNvPr id="10" name="Скругленный прямоугольник 9"/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15B5397-01A2-D355-9976-DDFA30025DE7}"/>
              </a:ext>
            </a:extLst>
          </p:cNvPr>
          <p:cNvSpPr/>
          <p:nvPr/>
        </p:nvSpPr>
        <p:spPr>
          <a:xfrm>
            <a:off x="620956" y="1558365"/>
            <a:ext cx="3334217" cy="374127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D192C05-3E47-B5F8-567D-BDC0E75DBD74}"/>
              </a:ext>
            </a:extLst>
          </p:cNvPr>
          <p:cNvSpPr/>
          <p:nvPr/>
        </p:nvSpPr>
        <p:spPr>
          <a:xfrm>
            <a:off x="4428891" y="1558365"/>
            <a:ext cx="3334217" cy="3741270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E7E1B3C-03F2-C691-9B23-F1D2EFF05B0A}"/>
              </a:ext>
            </a:extLst>
          </p:cNvPr>
          <p:cNvSpPr/>
          <p:nvPr/>
        </p:nvSpPr>
        <p:spPr>
          <a:xfrm>
            <a:off x="8236827" y="1558365"/>
            <a:ext cx="3334217" cy="3741270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A5CCA-38A7-2CDC-8020-8359802807EB}"/>
              </a:ext>
            </a:extLst>
          </p:cNvPr>
          <p:cNvSpPr txBox="1"/>
          <p:nvPr/>
        </p:nvSpPr>
        <p:spPr>
          <a:xfrm>
            <a:off x="707451" y="1997839"/>
            <a:ext cx="31612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Основные функции системы: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управление данными студентов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управление учебными группами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учет посещаемости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хранение и отображение информации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авторизация пользователей</a:t>
            </a:r>
          </a:p>
          <a:p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5EBF56-504A-240C-C3A7-8E95448CC17B}"/>
              </a:ext>
            </a:extLst>
          </p:cNvPr>
          <p:cNvSpPr txBox="1"/>
          <p:nvPr/>
        </p:nvSpPr>
        <p:spPr>
          <a:xfrm>
            <a:off x="4428891" y="1997839"/>
            <a:ext cx="3185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Функции для куратора: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просмотр списка студентов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добавление и редактирование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отметка посещаемости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контроль успеваемости</a:t>
            </a:r>
          </a:p>
          <a:p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ADF797-EFA4-F76F-9987-C499989A25FE}"/>
              </a:ext>
            </a:extLst>
          </p:cNvPr>
          <p:cNvSpPr txBox="1"/>
          <p:nvPr/>
        </p:nvSpPr>
        <p:spPr>
          <a:xfrm>
            <a:off x="8236826" y="1997839"/>
            <a:ext cx="3247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Функции для администратора: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управление учетными записями пользователей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редактирование и удаление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контроль структуры системы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обеспечение корректности данных</a:t>
            </a:r>
          </a:p>
          <a:p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A58AC22-6917-E115-E758-6B29AD1B07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58352" y="4596933"/>
            <a:ext cx="541790" cy="52645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3A69264-A1E7-BAC2-782C-AB831304BE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4251" y="4596933"/>
            <a:ext cx="541790" cy="52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02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31FB83C-8324-4A29-91F1-95E8FEBAE218}"/>
              </a:ext>
            </a:extLst>
          </p:cNvPr>
          <p:cNvSpPr txBox="1"/>
          <p:nvPr/>
        </p:nvSpPr>
        <p:spPr>
          <a:xfrm>
            <a:off x="1058862" y="366533"/>
            <a:ext cx="8770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T Firs Neue" panose="02000503030000020004"/>
              </a:rPr>
              <a:t>Функциональная схема</a:t>
            </a:r>
            <a:endParaRPr lang="en-US" sz="2400" b="1" dirty="0">
              <a:latin typeface="TT Firs Neue" panose="02000503030000020004" pitchFamily="2" charset="-52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57200" y="454025"/>
            <a:ext cx="339466" cy="344488"/>
          </a:xfrm>
          <a:prstGeom prst="roundRect">
            <a:avLst>
              <a:gd name="adj" fmla="val 23682"/>
            </a:avLst>
          </a:prstGeom>
          <a:solidFill>
            <a:srgbClr val="9A3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3C83F5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B4FC4B0-DB5E-6D76-F0D6-6665F98B3FBE}"/>
              </a:ext>
            </a:extLst>
          </p:cNvPr>
          <p:cNvSpPr/>
          <p:nvPr/>
        </p:nvSpPr>
        <p:spPr>
          <a:xfrm>
            <a:off x="620956" y="1558365"/>
            <a:ext cx="4732072" cy="2081306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D0140EC-8A29-96F8-4136-AC1420AF6118}"/>
              </a:ext>
            </a:extLst>
          </p:cNvPr>
          <p:cNvSpPr/>
          <p:nvPr/>
        </p:nvSpPr>
        <p:spPr>
          <a:xfrm>
            <a:off x="5468471" y="1558365"/>
            <a:ext cx="5163670" cy="2081306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2450A9-58B3-0AA0-8354-0447ED5B536E}"/>
              </a:ext>
            </a:extLst>
          </p:cNvPr>
          <p:cNvSpPr txBox="1"/>
          <p:nvPr/>
        </p:nvSpPr>
        <p:spPr>
          <a:xfrm>
            <a:off x="682335" y="1558365"/>
            <a:ext cx="46093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Основные функциональные блоки системы: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модуль авторизации пользователей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модуль управления студентами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модуль управления группами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модуль учета посещаемости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модуль отображения информации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E54B2-D71A-0314-D906-F8DFAA45D780}"/>
              </a:ext>
            </a:extLst>
          </p:cNvPr>
          <p:cNvSpPr txBox="1"/>
          <p:nvPr/>
        </p:nvSpPr>
        <p:spPr>
          <a:xfrm>
            <a:off x="5583913" y="1558364"/>
            <a:ext cx="49327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Взаимодействие модулей: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пользователь проходит авторизацию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получает доступ к функционалу по роли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данные обрабатываются и сохраняются в базе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T Firs Neue" panose="02000503030000020004"/>
              </a:rPr>
              <a:t> </a:t>
            </a: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результаты отображаются в интерфейсе</a:t>
            </a:r>
          </a:p>
          <a:p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graphicFrame>
        <p:nvGraphicFramePr>
          <p:cNvPr id="18" name="Схема 17">
            <a:extLst>
              <a:ext uri="{FF2B5EF4-FFF2-40B4-BE49-F238E27FC236}">
                <a16:creationId xmlns:a16="http://schemas.microsoft.com/office/drawing/2014/main" id="{0EF5ADC3-9C2B-CDE3-6A87-CB2629CB1B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5996"/>
              </p:ext>
            </p:extLst>
          </p:nvPr>
        </p:nvGraphicFramePr>
        <p:xfrm>
          <a:off x="794959" y="2599018"/>
          <a:ext cx="9721739" cy="4827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71727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31FB83C-8324-4A29-91F1-95E8FEBAE218}"/>
              </a:ext>
            </a:extLst>
          </p:cNvPr>
          <p:cNvSpPr txBox="1"/>
          <p:nvPr/>
        </p:nvSpPr>
        <p:spPr>
          <a:xfrm>
            <a:off x="1058862" y="366533"/>
            <a:ext cx="8770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T Firs Neue" panose="02000503030000020004"/>
              </a:rPr>
              <a:t>Описание входных данных</a:t>
            </a:r>
            <a:endParaRPr lang="en-US" sz="2400" b="1" dirty="0">
              <a:latin typeface="TT Firs Neue" panose="02000503030000020004" pitchFamily="2" charset="-52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57200" y="454025"/>
            <a:ext cx="339466" cy="344488"/>
          </a:xfrm>
          <a:prstGeom prst="roundRect">
            <a:avLst>
              <a:gd name="adj" fmla="val 23682"/>
            </a:avLst>
          </a:prstGeom>
          <a:solidFill>
            <a:srgbClr val="9A33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3C83F5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09CCD5D-8A8E-29BF-B2CB-C9C6E11EC4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869336"/>
              </p:ext>
            </p:extLst>
          </p:nvPr>
        </p:nvGraphicFramePr>
        <p:xfrm>
          <a:off x="838200" y="2026024"/>
          <a:ext cx="10515600" cy="3388658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8597090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136501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95432143"/>
                    </a:ext>
                  </a:extLst>
                </a:gridCol>
              </a:tblGrid>
              <a:tr h="451821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Данные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Тип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799192"/>
                  </a:ext>
                </a:extLst>
              </a:tr>
              <a:tr h="451821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ФИО студента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Полное имя студента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строка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2447926"/>
                  </a:ext>
                </a:extLst>
              </a:tr>
              <a:tr h="790687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Группа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Принадлежность к учебной группе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строка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835377"/>
                  </a:ext>
                </a:extLst>
              </a:tr>
              <a:tr h="790687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Логин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Данные пользователя для входа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строка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0806911"/>
                  </a:ext>
                </a:extLst>
              </a:tr>
              <a:tr h="451821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Пароль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Данные пользователя для входа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строка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080853"/>
                  </a:ext>
                </a:extLst>
              </a:tr>
              <a:tr h="451821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Роль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Тип пользователя в системе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строка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886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0087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B9E856-0AA6-48B1-A29D-26D8F34A8C0A}"/>
              </a:ext>
            </a:extLst>
          </p:cNvPr>
          <p:cNvSpPr txBox="1"/>
          <p:nvPr/>
        </p:nvSpPr>
        <p:spPr>
          <a:xfrm>
            <a:off x="1094722" y="396416"/>
            <a:ext cx="6838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T Firs Neue" panose="02000503030000020004"/>
              </a:rPr>
              <a:t>Модель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3E2880B-709F-B825-E3AB-582B15585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095185"/>
              </p:ext>
            </p:extLst>
          </p:nvPr>
        </p:nvGraphicFramePr>
        <p:xfrm>
          <a:off x="915895" y="2139576"/>
          <a:ext cx="9883588" cy="3860802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4941794">
                  <a:extLst>
                    <a:ext uri="{9D8B030D-6E8A-4147-A177-3AD203B41FA5}">
                      <a16:colId xmlns:a16="http://schemas.microsoft.com/office/drawing/2014/main" val="2133394135"/>
                    </a:ext>
                  </a:extLst>
                </a:gridCol>
                <a:gridCol w="4941794">
                  <a:extLst>
                    <a:ext uri="{9D8B030D-6E8A-4147-A177-3AD203B41FA5}">
                      <a16:colId xmlns:a16="http://schemas.microsoft.com/office/drawing/2014/main" val="2883231047"/>
                    </a:ext>
                  </a:extLst>
                </a:gridCol>
              </a:tblGrid>
              <a:tr h="59397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Сущность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Поля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127666"/>
                  </a:ext>
                </a:extLst>
              </a:tr>
              <a:tr h="593970"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Студент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id, name</a:t>
                      </a:r>
                      <a:r>
                        <a:rPr lang="ru-RU" dirty="0">
                          <a:latin typeface="TT Firs Neue" panose="02000503030000020004"/>
                        </a:rPr>
                        <a:t>, </a:t>
                      </a:r>
                      <a:r>
                        <a:rPr lang="en-US" dirty="0" err="1"/>
                        <a:t>group_id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973904"/>
                  </a:ext>
                </a:extLst>
              </a:tr>
              <a:tr h="1039446"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Группа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id, name</a:t>
                      </a:r>
                      <a:endParaRPr lang="ru-RU" dirty="0">
                        <a:latin typeface="TT Firs Neue" panose="020005030300000200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875019"/>
                  </a:ext>
                </a:extLst>
              </a:tr>
              <a:tr h="1039446"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Пользователь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id, login</a:t>
                      </a:r>
                      <a:r>
                        <a:rPr lang="ru-RU" dirty="0">
                          <a:latin typeface="TT Firs Neue" panose="02000503030000020004"/>
                        </a:rPr>
                        <a:t>, </a:t>
                      </a:r>
                      <a:r>
                        <a:rPr lang="en-US" dirty="0">
                          <a:latin typeface="TT Firs Neue" panose="02000503030000020004"/>
                        </a:rPr>
                        <a:t>password</a:t>
                      </a:r>
                      <a:r>
                        <a:rPr lang="ru-RU" dirty="0">
                          <a:latin typeface="TT Firs Neue" panose="02000503030000020004"/>
                        </a:rPr>
                        <a:t>, </a:t>
                      </a:r>
                      <a:r>
                        <a:rPr lang="en-US" dirty="0" err="1"/>
                        <a:t>role_id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744768"/>
                  </a:ext>
                </a:extLst>
              </a:tr>
              <a:tr h="593970"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Роль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id, name</a:t>
                      </a:r>
                      <a:endParaRPr lang="ru-RU" dirty="0">
                        <a:latin typeface="TT Firs Neue" panose="0200050303000002000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151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66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D4C69405-536A-4A15-990B-E05AE8DD42E8}"/>
              </a:ext>
            </a:extLst>
          </p:cNvPr>
          <p:cNvGrpSpPr/>
          <p:nvPr/>
        </p:nvGrpSpPr>
        <p:grpSpPr>
          <a:xfrm>
            <a:off x="457200" y="414158"/>
            <a:ext cx="8667749" cy="461665"/>
            <a:chOff x="457200" y="414158"/>
            <a:chExt cx="8667749" cy="4616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E117DF-CEED-497B-BF1A-096303BEAD9B}"/>
                </a:ext>
              </a:extLst>
            </p:cNvPr>
            <p:cNvSpPr txBox="1"/>
            <p:nvPr/>
          </p:nvSpPr>
          <p:spPr>
            <a:xfrm>
              <a:off x="1058862" y="414158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Алгоритмы работы</a:t>
              </a:r>
              <a:endParaRPr lang="en-US" sz="2400" b="1" dirty="0">
                <a:latin typeface="TT Firs Neue" panose="02000503030000020004" pitchFamily="2" charset="-52"/>
              </a:endParaRPr>
            </a:p>
          </p:txBody>
        </p:sp>
        <p:sp>
          <p:nvSpPr>
            <p:cNvPr id="19" name="Скругленный прямоугольник 9">
              <a:extLst>
                <a:ext uri="{FF2B5EF4-FFF2-40B4-BE49-F238E27FC236}">
                  <a16:creationId xmlns:a16="http://schemas.microsoft.com/office/drawing/2014/main" id="{5DB22C9E-5787-42B4-A2B6-F2336B59884E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FFC000"/>
                </a:solidFill>
              </a:endParaRPr>
            </a:p>
          </p:txBody>
        </p:sp>
      </p:grp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7390" y="342627"/>
            <a:ext cx="1653610" cy="384064"/>
          </a:xfrm>
          <a:prstGeom prst="rect">
            <a:avLst/>
          </a:prstGeom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id="{C19159B0-A1F6-7E4E-976F-4AF3DC094D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75363"/>
              </p:ext>
            </p:extLst>
          </p:nvPr>
        </p:nvGraphicFramePr>
        <p:xfrm>
          <a:off x="1058862" y="1884082"/>
          <a:ext cx="9448800" cy="308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07963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95436"/>
            <a:ext cx="8673726" cy="461665"/>
            <a:chOff x="457200" y="395436"/>
            <a:chExt cx="8673726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64839" y="395436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Описание используемых платформ и технологий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325D00E9-0D50-5870-282D-998C3DF0C9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736895"/>
              </p:ext>
            </p:extLst>
          </p:nvPr>
        </p:nvGraphicFramePr>
        <p:xfrm>
          <a:off x="748554" y="2255930"/>
          <a:ext cx="10164483" cy="3035815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3388161">
                  <a:extLst>
                    <a:ext uri="{9D8B030D-6E8A-4147-A177-3AD203B41FA5}">
                      <a16:colId xmlns:a16="http://schemas.microsoft.com/office/drawing/2014/main" val="1265632466"/>
                    </a:ext>
                  </a:extLst>
                </a:gridCol>
                <a:gridCol w="3388161">
                  <a:extLst>
                    <a:ext uri="{9D8B030D-6E8A-4147-A177-3AD203B41FA5}">
                      <a16:colId xmlns:a16="http://schemas.microsoft.com/office/drawing/2014/main" val="3305651000"/>
                    </a:ext>
                  </a:extLst>
                </a:gridCol>
                <a:gridCol w="3388161">
                  <a:extLst>
                    <a:ext uri="{9D8B030D-6E8A-4147-A177-3AD203B41FA5}">
                      <a16:colId xmlns:a16="http://schemas.microsoft.com/office/drawing/2014/main" val="2288951297"/>
                    </a:ext>
                  </a:extLst>
                </a:gridCol>
              </a:tblGrid>
              <a:tr h="607163">
                <a:tc>
                  <a:txBody>
                    <a:bodyPr/>
                    <a:lstStyle/>
                    <a:p>
                      <a:r>
                        <a:rPr lang="ru-RU" sz="2400"/>
                        <a:t>Тип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Технология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Обоснование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0562632"/>
                  </a:ext>
                </a:extLst>
              </a:tr>
              <a:tr h="607163">
                <a:tc>
                  <a:txBody>
                    <a:bodyPr/>
                    <a:lstStyle/>
                    <a:p>
                      <a:r>
                        <a:rPr lang="en-US" sz="2400"/>
                        <a:t>Frontend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HTML, CSS, JS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простота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122608"/>
                  </a:ext>
                </a:extLst>
              </a:tr>
              <a:tr h="607163">
                <a:tc>
                  <a:txBody>
                    <a:bodyPr/>
                    <a:lstStyle/>
                    <a:p>
                      <a:r>
                        <a:rPr lang="en-US" sz="2400"/>
                        <a:t>Backend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PHP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серверная логика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875251"/>
                  </a:ext>
                </a:extLst>
              </a:tr>
              <a:tr h="607163">
                <a:tc>
                  <a:txBody>
                    <a:bodyPr/>
                    <a:lstStyle/>
                    <a:p>
                      <a:r>
                        <a:rPr lang="ru-RU" sz="2400"/>
                        <a:t>БД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MySQL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/>
                        <a:t>хранение данных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090347"/>
                  </a:ext>
                </a:extLst>
              </a:tr>
              <a:tr h="607163">
                <a:tc>
                  <a:txBody>
                    <a:bodyPr/>
                    <a:lstStyle/>
                    <a:p>
                      <a:r>
                        <a:rPr lang="ru-RU" sz="2400"/>
                        <a:t>Сервер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XAMPP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локальный запуск</a:t>
                      </a:r>
                    </a:p>
                  </a:txBody>
                  <a:tcPr marL="125385" marR="125385" marT="62693" marB="6269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377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874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Архитектура программного продукта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85386B5-97EE-67BA-F970-6ACA52937A08}"/>
              </a:ext>
            </a:extLst>
          </p:cNvPr>
          <p:cNvSpPr/>
          <p:nvPr/>
        </p:nvSpPr>
        <p:spPr>
          <a:xfrm>
            <a:off x="796666" y="954742"/>
            <a:ext cx="10298056" cy="1501587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TT Firs Neue" panose="02000503030000020004"/>
              </a:rPr>
              <a:t>Разработанная информационная система реализована по клиент-серверной архитектуре. Пользователь взаимодействует с веб-интерфейсом, реализованным на HTML, CSS и JavaScript. Обработка запросов осуществляется серверной частью на PHP, которая обеспечивает авторизацию, работу с документами и взаимодействие с базой данных MySQL. Хранение файлов осуществляется в файловой системе сервера.</a:t>
            </a:r>
            <a:endParaRPr lang="en-US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CC2D95C-D9DA-AD54-E704-48F8C1071EF1}"/>
              </a:ext>
            </a:extLst>
          </p:cNvPr>
          <p:cNvSpPr/>
          <p:nvPr/>
        </p:nvSpPr>
        <p:spPr>
          <a:xfrm>
            <a:off x="457200" y="3853330"/>
            <a:ext cx="1801451" cy="1824318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2082FAC-A089-3E2F-4638-910D02323A4D}"/>
              </a:ext>
            </a:extLst>
          </p:cNvPr>
          <p:cNvSpPr/>
          <p:nvPr/>
        </p:nvSpPr>
        <p:spPr>
          <a:xfrm>
            <a:off x="746999" y="4320241"/>
            <a:ext cx="1231288" cy="1169289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6BB6B-3253-A7E9-38A0-9F6A0002F1A5}"/>
              </a:ext>
            </a:extLst>
          </p:cNvPr>
          <p:cNvSpPr txBox="1"/>
          <p:nvPr/>
        </p:nvSpPr>
        <p:spPr>
          <a:xfrm>
            <a:off x="853147" y="3902120"/>
            <a:ext cx="93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Клиент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2ACDD1-2756-76E4-87F3-10362D636392}"/>
              </a:ext>
            </a:extLst>
          </p:cNvPr>
          <p:cNvSpPr txBox="1"/>
          <p:nvPr/>
        </p:nvSpPr>
        <p:spPr>
          <a:xfrm>
            <a:off x="853147" y="4674864"/>
            <a:ext cx="105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браузер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A6180C5D-F07E-2CA5-01B1-06EFA6939DDA}"/>
              </a:ext>
            </a:extLst>
          </p:cNvPr>
          <p:cNvSpPr/>
          <p:nvPr/>
        </p:nvSpPr>
        <p:spPr>
          <a:xfrm>
            <a:off x="2765751" y="3849456"/>
            <a:ext cx="1801451" cy="1824318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36DA210F-D57A-2F5D-0E9E-936FF87441CD}"/>
              </a:ext>
            </a:extLst>
          </p:cNvPr>
          <p:cNvSpPr/>
          <p:nvPr/>
        </p:nvSpPr>
        <p:spPr>
          <a:xfrm>
            <a:off x="3055550" y="4316367"/>
            <a:ext cx="1231288" cy="1169289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1F3FD9-BC68-66F7-2D93-9B7B11CD02AB}"/>
              </a:ext>
            </a:extLst>
          </p:cNvPr>
          <p:cNvSpPr txBox="1"/>
          <p:nvPr/>
        </p:nvSpPr>
        <p:spPr>
          <a:xfrm>
            <a:off x="2770344" y="3898246"/>
            <a:ext cx="1792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Веб-интерфейс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C35021-40AA-3B4E-503D-0B93D47A3F77}"/>
              </a:ext>
            </a:extLst>
          </p:cNvPr>
          <p:cNvSpPr txBox="1"/>
          <p:nvPr/>
        </p:nvSpPr>
        <p:spPr>
          <a:xfrm>
            <a:off x="3161701" y="4439346"/>
            <a:ext cx="1051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HTML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CSS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JS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BD881A7A-57BB-79F4-9DAF-C18369D530C9}"/>
              </a:ext>
            </a:extLst>
          </p:cNvPr>
          <p:cNvSpPr/>
          <p:nvPr/>
        </p:nvSpPr>
        <p:spPr>
          <a:xfrm>
            <a:off x="5078487" y="3849456"/>
            <a:ext cx="1665776" cy="1824318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E2FC1603-18B8-54B5-647A-CB3FCDA187B9}"/>
              </a:ext>
            </a:extLst>
          </p:cNvPr>
          <p:cNvSpPr/>
          <p:nvPr/>
        </p:nvSpPr>
        <p:spPr>
          <a:xfrm>
            <a:off x="5368284" y="4316367"/>
            <a:ext cx="1144135" cy="1169289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822260-D560-29C7-BABA-620CBBBC8FC4}"/>
              </a:ext>
            </a:extLst>
          </p:cNvPr>
          <p:cNvSpPr txBox="1"/>
          <p:nvPr/>
        </p:nvSpPr>
        <p:spPr>
          <a:xfrm>
            <a:off x="5104755" y="3768576"/>
            <a:ext cx="1591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серверная логика</a:t>
            </a:r>
          </a:p>
          <a:p>
            <a:pPr algn="ctr"/>
            <a:r>
              <a:rPr lang="en-US" dirty="0"/>
              <a:t> 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CC0BF4-32AD-1C47-57F7-484EA49C47E1}"/>
              </a:ext>
            </a:extLst>
          </p:cNvPr>
          <p:cNvSpPr txBox="1"/>
          <p:nvPr/>
        </p:nvSpPr>
        <p:spPr>
          <a:xfrm>
            <a:off x="5474433" y="4670990"/>
            <a:ext cx="9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PHP 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B3887D12-850E-20D0-8601-302A769B6273}"/>
              </a:ext>
            </a:extLst>
          </p:cNvPr>
          <p:cNvSpPr/>
          <p:nvPr/>
        </p:nvSpPr>
        <p:spPr>
          <a:xfrm>
            <a:off x="7259733" y="3853330"/>
            <a:ext cx="1665777" cy="1824318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9D283627-20EF-6F10-B3DC-BDC8DAC5405D}"/>
              </a:ext>
            </a:extLst>
          </p:cNvPr>
          <p:cNvSpPr/>
          <p:nvPr/>
        </p:nvSpPr>
        <p:spPr>
          <a:xfrm>
            <a:off x="7549531" y="4320241"/>
            <a:ext cx="1144135" cy="1169289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021D92-412D-F4F9-F896-5D18CDCDA6CA}"/>
              </a:ext>
            </a:extLst>
          </p:cNvPr>
          <p:cNvSpPr txBox="1"/>
          <p:nvPr/>
        </p:nvSpPr>
        <p:spPr>
          <a:xfrm>
            <a:off x="7455954" y="3881204"/>
            <a:ext cx="1249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БД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1C842C4-7F81-3EF7-C155-3C9159EE39EA}"/>
              </a:ext>
            </a:extLst>
          </p:cNvPr>
          <p:cNvSpPr txBox="1"/>
          <p:nvPr/>
        </p:nvSpPr>
        <p:spPr>
          <a:xfrm>
            <a:off x="7655680" y="4674864"/>
            <a:ext cx="9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MySQL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A392B544-44D4-194F-1D45-8C41FE05715A}"/>
              </a:ext>
            </a:extLst>
          </p:cNvPr>
          <p:cNvSpPr/>
          <p:nvPr/>
        </p:nvSpPr>
        <p:spPr>
          <a:xfrm>
            <a:off x="9439030" y="3849456"/>
            <a:ext cx="1665777" cy="1824318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DB50E0B-DAFD-BB12-6AFF-D1EB83511A7D}"/>
              </a:ext>
            </a:extLst>
          </p:cNvPr>
          <p:cNvSpPr/>
          <p:nvPr/>
        </p:nvSpPr>
        <p:spPr>
          <a:xfrm>
            <a:off x="9728828" y="4316367"/>
            <a:ext cx="1144135" cy="1169289"/>
          </a:xfrm>
          <a:prstGeom prst="roundRect">
            <a:avLst>
              <a:gd name="adj" fmla="val 1862"/>
            </a:avLst>
          </a:prstGeom>
          <a:solidFill>
            <a:srgbClr val="6262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631DAB-A3C6-1593-CD6D-0E8DD5F472AF}"/>
              </a:ext>
            </a:extLst>
          </p:cNvPr>
          <p:cNvSpPr txBox="1"/>
          <p:nvPr/>
        </p:nvSpPr>
        <p:spPr>
          <a:xfrm>
            <a:off x="9439030" y="3785618"/>
            <a:ext cx="1665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Файловая система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658143-FEF4-DA65-FE8A-907B66DBAE17}"/>
              </a:ext>
            </a:extLst>
          </p:cNvPr>
          <p:cNvSpPr txBox="1"/>
          <p:nvPr/>
        </p:nvSpPr>
        <p:spPr>
          <a:xfrm>
            <a:off x="9786692" y="4670990"/>
            <a:ext cx="1086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/uploads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D9BC1433-FAAF-F41B-CA7F-3985FF5EB708}"/>
              </a:ext>
            </a:extLst>
          </p:cNvPr>
          <p:cNvCxnSpPr>
            <a:stCxn id="26" idx="3"/>
            <a:endCxn id="30" idx="1"/>
          </p:cNvCxnSpPr>
          <p:nvPr/>
        </p:nvCxnSpPr>
        <p:spPr>
          <a:xfrm>
            <a:off x="4567202" y="4761615"/>
            <a:ext cx="5112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8F4D0129-E5B9-D072-EA08-A78C2BE2A563}"/>
              </a:ext>
            </a:extLst>
          </p:cNvPr>
          <p:cNvCxnSpPr>
            <a:stCxn id="30" idx="3"/>
            <a:endCxn id="35" idx="1"/>
          </p:cNvCxnSpPr>
          <p:nvPr/>
        </p:nvCxnSpPr>
        <p:spPr>
          <a:xfrm>
            <a:off x="6744263" y="4761615"/>
            <a:ext cx="515470" cy="3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F6DE9BB8-7E80-14E8-ACDB-4787E2112BBF}"/>
              </a:ext>
            </a:extLst>
          </p:cNvPr>
          <p:cNvCxnSpPr>
            <a:stCxn id="13" idx="3"/>
            <a:endCxn id="26" idx="1"/>
          </p:cNvCxnSpPr>
          <p:nvPr/>
        </p:nvCxnSpPr>
        <p:spPr>
          <a:xfrm flipV="1">
            <a:off x="2258651" y="4761615"/>
            <a:ext cx="507100" cy="3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348289C3-7ACA-19DD-2393-B95D29103E37}"/>
              </a:ext>
            </a:extLst>
          </p:cNvPr>
          <p:cNvCxnSpPr>
            <a:stCxn id="35" idx="3"/>
            <a:endCxn id="39" idx="1"/>
          </p:cNvCxnSpPr>
          <p:nvPr/>
        </p:nvCxnSpPr>
        <p:spPr>
          <a:xfrm flipV="1">
            <a:off x="8925510" y="4761615"/>
            <a:ext cx="513520" cy="3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870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Описание </a:t>
              </a:r>
              <a:r>
                <a:rPr lang="en-US" sz="2400" b="1" dirty="0"/>
                <a:t>API</a:t>
              </a:r>
              <a:endParaRPr lang="ru-RU" sz="2400" b="1" dirty="0">
                <a:latin typeface="TT Firs Neue" panose="02000503030000020004"/>
              </a:endParaRP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A131479-B58E-3C01-4557-628630981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434799"/>
              </p:ext>
            </p:extLst>
          </p:nvPr>
        </p:nvGraphicFramePr>
        <p:xfrm>
          <a:off x="1018124" y="1133196"/>
          <a:ext cx="9883588" cy="4975696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4941794">
                  <a:extLst>
                    <a:ext uri="{9D8B030D-6E8A-4147-A177-3AD203B41FA5}">
                      <a16:colId xmlns:a16="http://schemas.microsoft.com/office/drawing/2014/main" val="2315074733"/>
                    </a:ext>
                  </a:extLst>
                </a:gridCol>
                <a:gridCol w="4941794">
                  <a:extLst>
                    <a:ext uri="{9D8B030D-6E8A-4147-A177-3AD203B41FA5}">
                      <a16:colId xmlns:a16="http://schemas.microsoft.com/office/drawing/2014/main" val="2664384785"/>
                    </a:ext>
                  </a:extLst>
                </a:gridCol>
              </a:tblGrid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Показатель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653676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Технология реализации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658698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Язык программирования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1541465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СУБД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13273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Тип взаимодействия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1"/>
                          </a:solidFill>
                        </a:rPr>
                        <a:t>HTTP-</a:t>
                      </a:r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запросы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6481298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Аутентификация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Сессии (</a:t>
                      </a:r>
                      <a:r>
                        <a:rPr lang="en-US" b="0">
                          <a:solidFill>
                            <a:schemeClr val="bg1"/>
                          </a:solidFill>
                        </a:rPr>
                        <a:t>PHP $_SESSION)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860518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Управление сессиями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Серверная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205944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Основные функции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Авторизация, загрузка, удаление, фильтрация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9300268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Скрипты системы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index.php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upload.php</a:t>
                      </a:r>
                      <a:r>
                        <a:rPr lang="en-US" b="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b="0" dirty="0" err="1">
                          <a:solidFill>
                            <a:schemeClr val="bg1"/>
                          </a:solidFill>
                        </a:rPr>
                        <a:t>delete.php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574921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Хранение файлов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директория /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uploads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064251"/>
                  </a:ext>
                </a:extLst>
              </a:tr>
              <a:tr h="452336"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Контроль доступа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проверка роли пользователя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71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44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Структурная схема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CC2D95C-D9DA-AD54-E704-48F8C1071EF1}"/>
              </a:ext>
            </a:extLst>
          </p:cNvPr>
          <p:cNvSpPr/>
          <p:nvPr/>
        </p:nvSpPr>
        <p:spPr>
          <a:xfrm>
            <a:off x="796666" y="1751106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index.php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C053C0D-DC23-54E6-67E8-84C39CE4EC3B}"/>
              </a:ext>
            </a:extLst>
          </p:cNvPr>
          <p:cNvSpPr/>
          <p:nvPr/>
        </p:nvSpPr>
        <p:spPr>
          <a:xfrm>
            <a:off x="2902917" y="2256118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curator.php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0F5DD76-21D8-7382-C92F-BF3EC49E096D}"/>
              </a:ext>
            </a:extLst>
          </p:cNvPr>
          <p:cNvSpPr/>
          <p:nvPr/>
        </p:nvSpPr>
        <p:spPr>
          <a:xfrm>
            <a:off x="2902917" y="1126325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student.php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3E7436D-3B35-8548-4452-6239592AF1E1}"/>
              </a:ext>
            </a:extLst>
          </p:cNvPr>
          <p:cNvSpPr/>
          <p:nvPr/>
        </p:nvSpPr>
        <p:spPr>
          <a:xfrm>
            <a:off x="5009167" y="2256118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delete.php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7605343-74AC-1EA6-21D7-68B8C8DED920}"/>
              </a:ext>
            </a:extLst>
          </p:cNvPr>
          <p:cNvSpPr/>
          <p:nvPr/>
        </p:nvSpPr>
        <p:spPr>
          <a:xfrm>
            <a:off x="5009168" y="1126325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upload.php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061AC8B-5246-7A3B-5D8B-55432152BFE7}"/>
              </a:ext>
            </a:extLst>
          </p:cNvPr>
          <p:cNvSpPr/>
          <p:nvPr/>
        </p:nvSpPr>
        <p:spPr>
          <a:xfrm>
            <a:off x="9389010" y="1751106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/uploads/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0CB0493-42D2-1792-D7EF-9EDFF680803F}"/>
              </a:ext>
            </a:extLst>
          </p:cNvPr>
          <p:cNvSpPr/>
          <p:nvPr/>
        </p:nvSpPr>
        <p:spPr>
          <a:xfrm>
            <a:off x="7282760" y="1751106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db.php</a:t>
            </a:r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B83FBB1B-9EA5-EEC5-9E65-E73C996F344A}"/>
              </a:ext>
            </a:extLst>
          </p:cNvPr>
          <p:cNvCxnSpPr>
            <a:stCxn id="13" idx="3"/>
            <a:endCxn id="4" idx="1"/>
          </p:cNvCxnSpPr>
          <p:nvPr/>
        </p:nvCxnSpPr>
        <p:spPr>
          <a:xfrm flipV="1">
            <a:off x="2598117" y="1543940"/>
            <a:ext cx="304800" cy="624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4362449F-3B7F-4385-6FB4-859EFBF9E8A3}"/>
              </a:ext>
            </a:extLst>
          </p:cNvPr>
          <p:cNvCxnSpPr>
            <a:stCxn id="13" idx="3"/>
            <a:endCxn id="3" idx="1"/>
          </p:cNvCxnSpPr>
          <p:nvPr/>
        </p:nvCxnSpPr>
        <p:spPr>
          <a:xfrm>
            <a:off x="2598117" y="2168721"/>
            <a:ext cx="304800" cy="505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F672237C-902C-CDE2-698E-A86A67EEE6BB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4704368" y="154394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C18FA75E-7885-8AF5-D4F3-5EB705783F7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704368" y="2673733"/>
            <a:ext cx="3047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7D07025-381A-C404-7BD8-3E139DCD3A5A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6810619" y="1543940"/>
            <a:ext cx="472141" cy="624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CF5D62B0-76B1-FF32-7566-E5D1C9EDB268}"/>
              </a:ext>
            </a:extLst>
          </p:cNvPr>
          <p:cNvCxnSpPr>
            <a:stCxn id="5" idx="3"/>
            <a:endCxn id="12" idx="1"/>
          </p:cNvCxnSpPr>
          <p:nvPr/>
        </p:nvCxnSpPr>
        <p:spPr>
          <a:xfrm flipV="1">
            <a:off x="6810618" y="2168721"/>
            <a:ext cx="472142" cy="505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9A324880-F6EC-2D97-FB83-1E798E032290}"/>
              </a:ext>
            </a:extLst>
          </p:cNvPr>
          <p:cNvCxnSpPr>
            <a:stCxn id="12" idx="3"/>
            <a:endCxn id="7" idx="1"/>
          </p:cNvCxnSpPr>
          <p:nvPr/>
        </p:nvCxnSpPr>
        <p:spPr>
          <a:xfrm>
            <a:off x="9084211" y="2168721"/>
            <a:ext cx="3047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Таблица 48">
            <a:extLst>
              <a:ext uri="{FF2B5EF4-FFF2-40B4-BE49-F238E27FC236}">
                <a16:creationId xmlns:a16="http://schemas.microsoft.com/office/drawing/2014/main" id="{D40C82F0-102A-FF8C-F8E1-5EB0A1F88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568156"/>
              </p:ext>
            </p:extLst>
          </p:nvPr>
        </p:nvGraphicFramePr>
        <p:xfrm>
          <a:off x="749182" y="3226238"/>
          <a:ext cx="9883588" cy="2926080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4941794">
                  <a:extLst>
                    <a:ext uri="{9D8B030D-6E8A-4147-A177-3AD203B41FA5}">
                      <a16:colId xmlns:a16="http://schemas.microsoft.com/office/drawing/2014/main" val="3150293370"/>
                    </a:ext>
                  </a:extLst>
                </a:gridCol>
                <a:gridCol w="4941794">
                  <a:extLst>
                    <a:ext uri="{9D8B030D-6E8A-4147-A177-3AD203B41FA5}">
                      <a16:colId xmlns:a16="http://schemas.microsoft.com/office/drawing/2014/main" val="3130183701"/>
                    </a:ext>
                  </a:extLst>
                </a:gridCol>
              </a:tblGrid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T Firs Neue" panose="02000503030000020004"/>
                        </a:rPr>
                        <a:t>Название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latin typeface="TT Firs Neue" panose="02000503030000020004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000650"/>
                  </a:ext>
                </a:extLst>
              </a:tr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en-US" b="0" dirty="0" err="1"/>
                        <a:t>index.php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latin typeface="TT Firs Neue" panose="02000503030000020004"/>
                        </a:rPr>
                        <a:t>Страница авторизации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807647"/>
                  </a:ext>
                </a:extLst>
              </a:tr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en-US" b="0" dirty="0" err="1"/>
                        <a:t>student.php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latin typeface="TT Firs Neue" panose="02000503030000020004"/>
                        </a:rPr>
                        <a:t>Интерфейс студента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337877"/>
                  </a:ext>
                </a:extLst>
              </a:tr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en-US" b="0"/>
                        <a:t>curator.php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latin typeface="TT Firs Neue" panose="02000503030000020004"/>
                        </a:rPr>
                        <a:t>Интерфейс куратора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8855764"/>
                  </a:ext>
                </a:extLst>
              </a:tr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en-US" b="0" dirty="0" err="1"/>
                        <a:t>upload.php</a:t>
                      </a:r>
                      <a:endParaRPr lang="en-US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latin typeface="TT Firs Neue" panose="02000503030000020004"/>
                        </a:rPr>
                        <a:t>Загрузка документов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6082982"/>
                  </a:ext>
                </a:extLst>
              </a:tr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en-US" b="0"/>
                        <a:t>delete.php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latin typeface="TT Firs Neue" panose="02000503030000020004"/>
                        </a:rPr>
                        <a:t>Удаление документов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703545"/>
                  </a:ext>
                </a:extLst>
              </a:tr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en-US" b="0"/>
                        <a:t>db.php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latin typeface="TT Firs Neue" panose="02000503030000020004"/>
                        </a:rPr>
                        <a:t>Подключение к БД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6106854"/>
                  </a:ext>
                </a:extLst>
              </a:tr>
              <a:tr h="345801">
                <a:tc>
                  <a:txBody>
                    <a:bodyPr/>
                    <a:lstStyle/>
                    <a:p>
                      <a:pPr algn="l"/>
                      <a:r>
                        <a:rPr lang="en-US" b="0"/>
                        <a:t>/uploads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latin typeface="TT Firs Neue" panose="02000503030000020004"/>
                        </a:rPr>
                        <a:t>Хранение файлов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27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567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Контроль целостности данных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4FBEBF99-F164-6CAC-6399-10D5596C5F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372790"/>
              </p:ext>
            </p:extLst>
          </p:nvPr>
        </p:nvGraphicFramePr>
        <p:xfrm>
          <a:off x="682812" y="2393390"/>
          <a:ext cx="9883588" cy="2854020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2470897">
                  <a:extLst>
                    <a:ext uri="{9D8B030D-6E8A-4147-A177-3AD203B41FA5}">
                      <a16:colId xmlns:a16="http://schemas.microsoft.com/office/drawing/2014/main" val="2172887542"/>
                    </a:ext>
                  </a:extLst>
                </a:gridCol>
                <a:gridCol w="2470897">
                  <a:extLst>
                    <a:ext uri="{9D8B030D-6E8A-4147-A177-3AD203B41FA5}">
                      <a16:colId xmlns:a16="http://schemas.microsoft.com/office/drawing/2014/main" val="2532298862"/>
                    </a:ext>
                  </a:extLst>
                </a:gridCol>
                <a:gridCol w="2470897">
                  <a:extLst>
                    <a:ext uri="{9D8B030D-6E8A-4147-A177-3AD203B41FA5}">
                      <a16:colId xmlns:a16="http://schemas.microsoft.com/office/drawing/2014/main" val="160163594"/>
                    </a:ext>
                  </a:extLst>
                </a:gridCol>
                <a:gridCol w="2470897">
                  <a:extLst>
                    <a:ext uri="{9D8B030D-6E8A-4147-A177-3AD203B41FA5}">
                      <a16:colId xmlns:a16="http://schemas.microsoft.com/office/drawing/2014/main" val="4099755579"/>
                    </a:ext>
                  </a:extLst>
                </a:gridCol>
              </a:tblGrid>
              <a:tr h="442788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Поле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Неверный ввод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Пустое 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Правильный ввод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330781"/>
                  </a:ext>
                </a:extLst>
              </a:tr>
              <a:tr h="442788"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Логин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Сообщение об ошибке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Подсветка поля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Успешный вход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497882"/>
                  </a:ext>
                </a:extLst>
              </a:tr>
              <a:tr h="442788"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Пароль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Ошибка авторизации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Подсветка поля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Доступ к системе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7853489"/>
                  </a:ext>
                </a:extLst>
              </a:tr>
              <a:tr h="442788"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Файл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Ошибка формата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Запрет загрузки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Файл сохраняется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772001"/>
                  </a:ext>
                </a:extLst>
              </a:tr>
              <a:tr h="442788">
                <a:tc>
                  <a:txBody>
                    <a:bodyPr/>
                    <a:lstStyle/>
                    <a:p>
                      <a:r>
                        <a:rPr lang="ru-RU" b="0">
                          <a:latin typeface="TT Firs Neue" panose="02000503030000020004"/>
                        </a:rPr>
                        <a:t>ФИО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Сообщение об ошибке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Подсветка поля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Сохранение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9851977"/>
                  </a:ext>
                </a:extLst>
              </a:tr>
              <a:tr h="442788"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Группа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Ошибка выбора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Подсветка поля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latin typeface="TT Firs Neue" panose="02000503030000020004"/>
                        </a:rPr>
                        <a:t>Применение фильтра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5838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488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Тестовые сценарии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7109AE3-26FD-627C-5770-A07B6CAE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984375"/>
              </p:ext>
            </p:extLst>
          </p:nvPr>
        </p:nvGraphicFramePr>
        <p:xfrm>
          <a:off x="626933" y="2316879"/>
          <a:ext cx="2915024" cy="3702765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1457512">
                  <a:extLst>
                    <a:ext uri="{9D8B030D-6E8A-4147-A177-3AD203B41FA5}">
                      <a16:colId xmlns:a16="http://schemas.microsoft.com/office/drawing/2014/main" val="1406745892"/>
                    </a:ext>
                  </a:extLst>
                </a:gridCol>
                <a:gridCol w="1457512">
                  <a:extLst>
                    <a:ext uri="{9D8B030D-6E8A-4147-A177-3AD203B41FA5}">
                      <a16:colId xmlns:a16="http://schemas.microsoft.com/office/drawing/2014/main" val="69077467"/>
                    </a:ext>
                  </a:extLst>
                </a:gridCol>
              </a:tblGrid>
              <a:tr h="330015"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Параметр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969090"/>
                  </a:ext>
                </a:extLst>
              </a:tr>
              <a:tr h="494506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Название теста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Авторизация пользователя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730162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Приоритет теста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Высокий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491233"/>
                  </a:ext>
                </a:extLst>
              </a:tr>
              <a:tr h="330015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Поля ввода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Логин, пароль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542166"/>
                  </a:ext>
                </a:extLst>
              </a:tr>
              <a:tr h="698126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Входные данные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login: admin, password: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123456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857168"/>
                  </a:ext>
                </a:extLst>
              </a:tr>
              <a:tr h="901746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Порядок ввода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1. Ввести логин 2. Ввести пароль 3. Нажать “Войти”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66392"/>
                  </a:ext>
                </a:extLst>
              </a:tr>
              <a:tr h="494506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Ожидаемый результат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Успешный вход в систему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49157"/>
                  </a:ext>
                </a:extLst>
              </a:tr>
            </a:tbl>
          </a:graphicData>
        </a:graphic>
      </p:graphicFrame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8233763A-1064-5D9F-4B2E-28B78A16F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006416"/>
              </p:ext>
            </p:extLst>
          </p:nvPr>
        </p:nvGraphicFramePr>
        <p:xfrm>
          <a:off x="4345745" y="2312007"/>
          <a:ext cx="2915024" cy="3583801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1457512">
                  <a:extLst>
                    <a:ext uri="{9D8B030D-6E8A-4147-A177-3AD203B41FA5}">
                      <a16:colId xmlns:a16="http://schemas.microsoft.com/office/drawing/2014/main" val="1406745892"/>
                    </a:ext>
                  </a:extLst>
                </a:gridCol>
                <a:gridCol w="1457512">
                  <a:extLst>
                    <a:ext uri="{9D8B030D-6E8A-4147-A177-3AD203B41FA5}">
                      <a16:colId xmlns:a16="http://schemas.microsoft.com/office/drawing/2014/main" val="69077467"/>
                    </a:ext>
                  </a:extLst>
                </a:gridCol>
              </a:tblGrid>
              <a:tr h="303169">
                <a:tc>
                  <a:txBody>
                    <a:bodyPr/>
                    <a:lstStyle/>
                    <a:p>
                      <a:r>
                        <a:rPr lang="ru-RU" sz="1400" b="1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Параметр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969090"/>
                  </a:ext>
                </a:extLst>
              </a:tr>
              <a:tr h="461765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Название теста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Загрузка файла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730162"/>
                  </a:ext>
                </a:extLst>
              </a:tr>
              <a:tr h="461765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Приоритет теста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Высокий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491233"/>
                  </a:ext>
                </a:extLst>
              </a:tr>
              <a:tr h="343367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Поля ввода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Файл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542166"/>
                  </a:ext>
                </a:extLst>
              </a:tr>
              <a:tr h="515387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Входные данные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PDF-</a:t>
                      </a:r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документ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857168"/>
                  </a:ext>
                </a:extLst>
              </a:tr>
              <a:tr h="842041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Порядок ввода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1. Выбрать файл 2. Нажать “Загрузить”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66392"/>
                  </a:ext>
                </a:extLst>
              </a:tr>
              <a:tr h="651903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Ожидаемый результат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Файл загружен в систему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49157"/>
                  </a:ext>
                </a:extLst>
              </a:tr>
            </a:tbl>
          </a:graphicData>
        </a:graphic>
      </p:graphicFrame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7F7CF10-FF00-D839-835B-1A89F9A18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992737"/>
              </p:ext>
            </p:extLst>
          </p:nvPr>
        </p:nvGraphicFramePr>
        <p:xfrm>
          <a:off x="7995922" y="2311034"/>
          <a:ext cx="2915024" cy="3584774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1457512">
                  <a:extLst>
                    <a:ext uri="{9D8B030D-6E8A-4147-A177-3AD203B41FA5}">
                      <a16:colId xmlns:a16="http://schemas.microsoft.com/office/drawing/2014/main" val="1406745892"/>
                    </a:ext>
                  </a:extLst>
                </a:gridCol>
                <a:gridCol w="1457512">
                  <a:extLst>
                    <a:ext uri="{9D8B030D-6E8A-4147-A177-3AD203B41FA5}">
                      <a16:colId xmlns:a16="http://schemas.microsoft.com/office/drawing/2014/main" val="69077467"/>
                    </a:ext>
                  </a:extLst>
                </a:gridCol>
              </a:tblGrid>
              <a:tr h="314524">
                <a:tc>
                  <a:txBody>
                    <a:bodyPr/>
                    <a:lstStyle/>
                    <a:p>
                      <a:r>
                        <a:rPr lang="ru-RU" sz="1400" b="1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Параметр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969090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Название теста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Удаление файла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730162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Приоритет теста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Средний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7491233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Поля ввода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Кнопка удаления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542166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Входные данные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Выбранный файл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8857168"/>
                  </a:ext>
                </a:extLst>
              </a:tr>
              <a:tr h="550418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Порядок ввода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1. Нажать “Удалить”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66392"/>
                  </a:ext>
                </a:extLst>
              </a:tr>
              <a:tr h="507269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Ожидаемый результат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Файл удалён из системы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49157"/>
                  </a:ext>
                </a:extLst>
              </a:tr>
            </a:tbl>
          </a:graphicData>
        </a:graphic>
      </p:graphicFrame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0FDFFF6-2FF5-8D08-05FE-288448AE4F4F}"/>
              </a:ext>
            </a:extLst>
          </p:cNvPr>
          <p:cNvSpPr/>
          <p:nvPr/>
        </p:nvSpPr>
        <p:spPr>
          <a:xfrm>
            <a:off x="1183719" y="1249082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TT Firs Neue" panose="02000503030000020004"/>
              </a:rPr>
              <a:t>Тестовый сценарий №1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DB05569-54D9-FF52-BB9C-5B7956E0827E}"/>
              </a:ext>
            </a:extLst>
          </p:cNvPr>
          <p:cNvSpPr/>
          <p:nvPr/>
        </p:nvSpPr>
        <p:spPr>
          <a:xfrm>
            <a:off x="4902531" y="1249082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TT Firs Neue" panose="02000503030000020004"/>
              </a:rPr>
              <a:t>Тестовый сценарий №</a:t>
            </a:r>
            <a:r>
              <a:rPr lang="en-US" b="1" dirty="0"/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39BFC38-25E3-D3DA-78A9-90D1B1842E3E}"/>
              </a:ext>
            </a:extLst>
          </p:cNvPr>
          <p:cNvSpPr/>
          <p:nvPr/>
        </p:nvSpPr>
        <p:spPr>
          <a:xfrm>
            <a:off x="8552708" y="1249082"/>
            <a:ext cx="1801451" cy="835230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TT Firs Neue" panose="02000503030000020004"/>
              </a:rPr>
              <a:t>Тестовый сценарий №</a:t>
            </a:r>
            <a:r>
              <a:rPr lang="en-US" b="1" dirty="0"/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893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Идея и целевая аудитория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911212BA-98A1-2959-4D2E-6C14A78E7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490960"/>
              </p:ext>
            </p:extLst>
          </p:nvPr>
        </p:nvGraphicFramePr>
        <p:xfrm>
          <a:off x="6347013" y="1342428"/>
          <a:ext cx="4299192" cy="4233617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2149596">
                  <a:extLst>
                    <a:ext uri="{9D8B030D-6E8A-4147-A177-3AD203B41FA5}">
                      <a16:colId xmlns:a16="http://schemas.microsoft.com/office/drawing/2014/main" val="1989573834"/>
                    </a:ext>
                  </a:extLst>
                </a:gridCol>
                <a:gridCol w="2149596">
                  <a:extLst>
                    <a:ext uri="{9D8B030D-6E8A-4147-A177-3AD203B41FA5}">
                      <a16:colId xmlns:a16="http://schemas.microsoft.com/office/drawing/2014/main" val="957740241"/>
                    </a:ext>
                  </a:extLst>
                </a:gridCol>
              </a:tblGrid>
              <a:tr h="434217"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Показатель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Значение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245992"/>
                  </a:ext>
                </a:extLst>
              </a:tr>
              <a:tr h="75988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TAM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образовательные учреждения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522773"/>
                  </a:ext>
                </a:extLst>
              </a:tr>
              <a:tr h="75988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колледжи и техникумы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1841786"/>
                  </a:ext>
                </a:extLst>
              </a:tr>
              <a:tr h="7598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локальные учебные группы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42211"/>
                  </a:ext>
                </a:extLst>
              </a:tr>
              <a:tr h="759880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Конкуренты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Excel, Google Sheets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806563"/>
                  </a:ext>
                </a:extLst>
              </a:tr>
              <a:tr h="759880">
                <a:tc>
                  <a:txBody>
                    <a:bodyPr/>
                    <a:lstStyle/>
                    <a:p>
                      <a:r>
                        <a:rPr lang="ru-RU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Преимущество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TT Firs Neue" panose="02000503030000020004"/>
                        </a:rPr>
                        <a:t>автоматизация и удобство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9072682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51B09EA8-5957-BC9E-5D19-15030F6385F9}"/>
              </a:ext>
            </a:extLst>
          </p:cNvPr>
          <p:cNvSpPr/>
          <p:nvPr/>
        </p:nvSpPr>
        <p:spPr>
          <a:xfrm>
            <a:off x="796666" y="1342428"/>
            <a:ext cx="3926542" cy="4233619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99316F-6EEC-46A6-F591-BC94E584B302}"/>
              </a:ext>
            </a:extLst>
          </p:cNvPr>
          <p:cNvSpPr txBox="1"/>
          <p:nvPr/>
        </p:nvSpPr>
        <p:spPr>
          <a:xfrm>
            <a:off x="1018124" y="1545254"/>
            <a:ext cx="31476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Идея: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Автоматизация работы куратора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Централизация данных студентов </a:t>
            </a:r>
          </a:p>
          <a:p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Упрощение контроля учебного процесса</a:t>
            </a:r>
            <a:br>
              <a:rPr lang="ru-RU" dirty="0">
                <a:solidFill>
                  <a:schemeClr val="bg1"/>
                </a:solidFill>
                <a:latin typeface="TT Firs Neue" panose="02000503030000020004"/>
              </a:rPr>
            </a:br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Целевая аудитория: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Прямая: кураторы, администраторы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Косвенная: студенты, учебные отделы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  <a:p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4196121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Экономическая эффективность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F66A5CB-9072-1D19-9CCA-D75EECD5D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96605"/>
              </p:ext>
            </p:extLst>
          </p:nvPr>
        </p:nvGraphicFramePr>
        <p:xfrm>
          <a:off x="626933" y="1526801"/>
          <a:ext cx="4417208" cy="3798235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2208604">
                  <a:extLst>
                    <a:ext uri="{9D8B030D-6E8A-4147-A177-3AD203B41FA5}">
                      <a16:colId xmlns:a16="http://schemas.microsoft.com/office/drawing/2014/main" val="3693869714"/>
                    </a:ext>
                  </a:extLst>
                </a:gridCol>
                <a:gridCol w="2208604">
                  <a:extLst>
                    <a:ext uri="{9D8B030D-6E8A-4147-A177-3AD203B41FA5}">
                      <a16:colId xmlns:a16="http://schemas.microsoft.com/office/drawing/2014/main" val="2365424390"/>
                    </a:ext>
                  </a:extLst>
                </a:gridCol>
              </a:tblGrid>
              <a:tr h="474779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Статья затрат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T Firs Neue" panose="02000503030000020004"/>
                        </a:rPr>
                        <a:t>Описание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526907"/>
                  </a:ext>
                </a:extLst>
              </a:tr>
              <a:tr h="830864"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Разработка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собственными силами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844146"/>
                  </a:ext>
                </a:extLst>
              </a:tr>
              <a:tr h="830864"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ПО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бесплатное (</a:t>
                      </a:r>
                      <a:r>
                        <a:rPr lang="en-US" dirty="0"/>
                        <a:t>XAMPP, PHP)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103724"/>
                  </a:ext>
                </a:extLst>
              </a:tr>
              <a:tr h="830864"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Хостинг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локальный сервер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0894507"/>
                  </a:ext>
                </a:extLst>
              </a:tr>
              <a:tr h="830864">
                <a:tc>
                  <a:txBody>
                    <a:bodyPr/>
                    <a:lstStyle/>
                    <a:p>
                      <a:r>
                        <a:rPr lang="ru-RU">
                          <a:latin typeface="TT Firs Neue" panose="02000503030000020004"/>
                        </a:rPr>
                        <a:t>Поддержка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T Firs Neue" panose="02000503030000020004"/>
                        </a:rPr>
                        <a:t>минимальная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2385886"/>
                  </a:ext>
                </a:extLst>
              </a:tr>
            </a:tbl>
          </a:graphicData>
        </a:graphic>
      </p:graphicFrame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B258050-B7D1-3BA5-97F5-ECA202FD5E30}"/>
              </a:ext>
            </a:extLst>
          </p:cNvPr>
          <p:cNvSpPr/>
          <p:nvPr/>
        </p:nvSpPr>
        <p:spPr>
          <a:xfrm>
            <a:off x="7019366" y="1526801"/>
            <a:ext cx="3926542" cy="3798235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5208BA-C519-4B72-18BD-1231390D4D6C}"/>
              </a:ext>
            </a:extLst>
          </p:cNvPr>
          <p:cNvSpPr txBox="1"/>
          <p:nvPr/>
        </p:nvSpPr>
        <p:spPr>
          <a:xfrm>
            <a:off x="7264402" y="1717759"/>
            <a:ext cx="34364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Текст:</a:t>
            </a:r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 Снижение затрат на учет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 Уменьшение ошибок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 Экономия времени куратора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 Повышение эффективности работы</a:t>
            </a:r>
          </a:p>
          <a:p>
            <a:br>
              <a:rPr lang="ru-RU" dirty="0">
                <a:solidFill>
                  <a:schemeClr val="bg1"/>
                </a:solidFill>
                <a:latin typeface="TT Firs Neue" panose="02000503030000020004"/>
              </a:rPr>
            </a:br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Вывод</a:t>
            </a:r>
            <a:br>
              <a:rPr lang="ru-RU" dirty="0">
                <a:solidFill>
                  <a:schemeClr val="bg1"/>
                </a:solidFill>
                <a:latin typeface="TT Firs Neue" panose="02000503030000020004"/>
              </a:rPr>
            </a:b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Проект экономически целесообразен и может быть внедрён без значительных затрат</a:t>
            </a:r>
          </a:p>
        </p:txBody>
      </p:sp>
    </p:spTree>
    <p:extLst>
      <p:ext uri="{BB962C8B-B14F-4D97-AF65-F5344CB8AC3E}">
        <p14:creationId xmlns:p14="http://schemas.microsoft.com/office/powerpoint/2010/main" val="2795257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Реализация функций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6D4CA5-8047-768C-0FC1-F08CD70C0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933" y="1649669"/>
            <a:ext cx="4370036" cy="4076252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119F13B-CF62-B354-5161-3832773B6C03}"/>
              </a:ext>
            </a:extLst>
          </p:cNvPr>
          <p:cNvSpPr/>
          <p:nvPr/>
        </p:nvSpPr>
        <p:spPr>
          <a:xfrm>
            <a:off x="6690660" y="1788677"/>
            <a:ext cx="3926542" cy="3798235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53157-FDAF-17CF-88C8-09BF3BD6308A}"/>
              </a:ext>
            </a:extLst>
          </p:cNvPr>
          <p:cNvSpPr txBox="1"/>
          <p:nvPr/>
        </p:nvSpPr>
        <p:spPr>
          <a:xfrm>
            <a:off x="6897560" y="2822584"/>
            <a:ext cx="35127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T Firs Neue" panose="02000503030000020004"/>
              </a:rPr>
              <a:t>Реализация входа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Обработка пользовательских данных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Проверка авторизации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Работа с сессиями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T Firs Neue" panose="02000503030000020004"/>
              </a:rPr>
              <a:t>Взаимодействие с БД </a:t>
            </a:r>
          </a:p>
          <a:p>
            <a:endParaRPr lang="ru-RU" dirty="0">
              <a:solidFill>
                <a:schemeClr val="bg1"/>
              </a:solidFill>
              <a:latin typeface="TT Firs Neue" panose="02000503030000020004"/>
            </a:endParaRPr>
          </a:p>
        </p:txBody>
      </p:sp>
    </p:spTree>
    <p:extLst>
      <p:ext uri="{BB962C8B-B14F-4D97-AF65-F5344CB8AC3E}">
        <p14:creationId xmlns:p14="http://schemas.microsoft.com/office/powerpoint/2010/main" val="4266355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8FF3205-788A-5780-4103-AE49D38E0E33}"/>
              </a:ext>
            </a:extLst>
          </p:cNvPr>
          <p:cNvSpPr/>
          <p:nvPr/>
        </p:nvSpPr>
        <p:spPr>
          <a:xfrm>
            <a:off x="6561172" y="1434352"/>
            <a:ext cx="4288119" cy="4823013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FBA9CD2-48EB-575B-EED0-6DC0EAC6F615}"/>
              </a:ext>
            </a:extLst>
          </p:cNvPr>
          <p:cNvSpPr/>
          <p:nvPr/>
        </p:nvSpPr>
        <p:spPr>
          <a:xfrm>
            <a:off x="301810" y="1434352"/>
            <a:ext cx="6027272" cy="4823013"/>
          </a:xfrm>
          <a:prstGeom prst="roundRect">
            <a:avLst>
              <a:gd name="adj" fmla="val 1862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7A47A0-2A6F-42A1-941E-548A8DCE073E}"/>
              </a:ext>
            </a:extLst>
          </p:cNvPr>
          <p:cNvGrpSpPr/>
          <p:nvPr/>
        </p:nvGrpSpPr>
        <p:grpSpPr>
          <a:xfrm>
            <a:off x="457200" y="370097"/>
            <a:ext cx="8627011" cy="461665"/>
            <a:chOff x="457200" y="370097"/>
            <a:chExt cx="8627011" cy="4616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C9FCF26-057C-4559-BAFF-91A6D547FD0C}"/>
                </a:ext>
              </a:extLst>
            </p:cNvPr>
            <p:cNvSpPr txBox="1"/>
            <p:nvPr/>
          </p:nvSpPr>
          <p:spPr>
            <a:xfrm>
              <a:off x="1018124" y="370097"/>
              <a:ext cx="80660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400" b="1" dirty="0">
                  <a:latin typeface="TT Firs Neue" panose="02000503030000020004"/>
                </a:rPr>
                <a:t>Результат работы системы</a:t>
              </a:r>
            </a:p>
          </p:txBody>
        </p:sp>
        <p:sp>
          <p:nvSpPr>
            <p:cNvPr id="11" name="Скругленный прямоугольник 9">
              <a:extLst>
                <a:ext uri="{FF2B5EF4-FFF2-40B4-BE49-F238E27FC236}">
                  <a16:creationId xmlns:a16="http://schemas.microsoft.com/office/drawing/2014/main" id="{B800FA8F-76F5-4F81-A5BE-312A1129F923}"/>
                </a:ext>
              </a:extLst>
            </p:cNvPr>
            <p:cNvSpPr/>
            <p:nvPr/>
          </p:nvSpPr>
          <p:spPr>
            <a:xfrm>
              <a:off x="457200" y="454025"/>
              <a:ext cx="339466" cy="344488"/>
            </a:xfrm>
            <a:prstGeom prst="roundRect">
              <a:avLst>
                <a:gd name="adj" fmla="val 23682"/>
              </a:avLst>
            </a:prstGeom>
            <a:solidFill>
              <a:srgbClr val="9A33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C83F5"/>
                </a:solidFill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029C7F5-A754-4A8B-A7BA-6904B2D281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48104" y="342627"/>
            <a:ext cx="1653610" cy="38406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82AD34-E0D8-B91A-96E3-6CAE01B86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900" y="2793248"/>
            <a:ext cx="5603056" cy="294796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A98AB36-4C2D-8BD1-B4A3-877BFBF205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658" y="2793249"/>
            <a:ext cx="4056457" cy="2947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5C1658A-8D7D-B7ED-1EBD-6ECF08282439}"/>
              </a:ext>
            </a:extLst>
          </p:cNvPr>
          <p:cNvSpPr txBox="1"/>
          <p:nvPr/>
        </p:nvSpPr>
        <p:spPr>
          <a:xfrm>
            <a:off x="1342709" y="1882969"/>
            <a:ext cx="4124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TT Firs Neue" panose="02000503030000020004"/>
              </a:rPr>
              <a:t>Интерфейс работы куратора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260036-3DED-B041-25DD-313A4C11AC58}"/>
              </a:ext>
            </a:extLst>
          </p:cNvPr>
          <p:cNvSpPr txBox="1"/>
          <p:nvPr/>
        </p:nvSpPr>
        <p:spPr>
          <a:xfrm>
            <a:off x="7175908" y="1698302"/>
            <a:ext cx="314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  <a:latin typeface="TT Firs Neue" panose="02000503030000020004"/>
              </a:rPr>
              <a:t>Форма авторизации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3537443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A6C27B-D84E-468D-AD40-6257CA6062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909" y="342627"/>
            <a:ext cx="1653610" cy="384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5B1190-1044-4CC1-8B0C-093B0FCFDABB}"/>
              </a:ext>
            </a:extLst>
          </p:cNvPr>
          <p:cNvSpPr txBox="1"/>
          <p:nvPr/>
        </p:nvSpPr>
        <p:spPr>
          <a:xfrm>
            <a:off x="1187714" y="1138945"/>
            <a:ext cx="6094476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Clr>
                <a:srgbClr val="111B1E"/>
              </a:buClr>
              <a:buSzPts val="2430"/>
            </a:pPr>
            <a:r>
              <a:rPr lang="ru-RU" sz="1800" b="1" dirty="0">
                <a:latin typeface="TT Firs Neue" panose="02000503030000020004"/>
              </a:rPr>
              <a:t>Демонстрация прототипа программного продукта</a:t>
            </a:r>
            <a:endParaRPr lang="ru-RU" sz="1800" b="1" dirty="0">
              <a:latin typeface="TT Firs Neue" panose="02000503030000020004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6D108-EB24-4A12-B0B3-7339C3656610}"/>
              </a:ext>
            </a:extLst>
          </p:cNvPr>
          <p:cNvSpPr txBox="1"/>
          <p:nvPr/>
        </p:nvSpPr>
        <p:spPr>
          <a:xfrm>
            <a:off x="1117854" y="2505670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latin typeface="TT Firs Neue" panose="02000503030000020004"/>
              </a:rPr>
              <a:t>Видеофайл с записью предварительной работы макета программного продукта, в первую очередь функций, указанные в задании на ВКР.</a:t>
            </a:r>
            <a:endParaRPr lang="ru-RU" sz="1800" dirty="0">
              <a:latin typeface="TT Firs Neue" panose="02000503030000020004"/>
            </a:endParaRPr>
          </a:p>
        </p:txBody>
      </p:sp>
      <p:pic>
        <p:nvPicPr>
          <p:cNvPr id="3" name="1234">
            <a:hlinkClick r:id="" action="ppaction://media"/>
            <a:extLst>
              <a:ext uri="{FF2B5EF4-FFF2-40B4-BE49-F238E27FC236}">
                <a16:creationId xmlns:a16="http://schemas.microsoft.com/office/drawing/2014/main" id="{F72448BA-9BD7-F143-3166-7193349AE8D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7854" y="1660738"/>
            <a:ext cx="7649628" cy="430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79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25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1D8A78-7561-4DD7-81BF-92DA557C81C4}"/>
              </a:ext>
            </a:extLst>
          </p:cNvPr>
          <p:cNvSpPr txBox="1"/>
          <p:nvPr/>
        </p:nvSpPr>
        <p:spPr>
          <a:xfrm>
            <a:off x="382270" y="1417446"/>
            <a:ext cx="94678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effectLst/>
                <a:latin typeface="TT Firs Neue" panose="02000503030000020004" pitchFamily="2" charset="-52"/>
              </a:rPr>
              <a:t>СПАСИБО ЗА ВНИМАНИЕ!</a:t>
            </a:r>
            <a:endParaRPr lang="en-US" sz="3800" b="1" dirty="0">
              <a:latin typeface="TT Firs Neue" panose="0200050303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55500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Специальное оформление">
  <a:themeElements>
    <a:clrScheme name="IThub Colors and Shades">
      <a:dk1>
        <a:srgbClr val="1E1E1E"/>
      </a:dk1>
      <a:lt1>
        <a:srgbClr val="F3F3F3"/>
      </a:lt1>
      <a:dk2>
        <a:srgbClr val="1E1E1E"/>
      </a:dk2>
      <a:lt2>
        <a:srgbClr val="F3F3F3"/>
      </a:lt2>
      <a:accent1>
        <a:srgbClr val="9A33F4"/>
      </a:accent1>
      <a:accent2>
        <a:srgbClr val="AA01E9"/>
      </a:accent2>
      <a:accent3>
        <a:srgbClr val="9532EC"/>
      </a:accent3>
      <a:accent4>
        <a:srgbClr val="802ACA"/>
      </a:accent4>
      <a:accent5>
        <a:srgbClr val="6A23A8"/>
      </a:accent5>
      <a:accent6>
        <a:srgbClr val="6A23A8"/>
      </a:accent6>
      <a:hlink>
        <a:srgbClr val="00B0F0"/>
      </a:hlink>
      <a:folHlink>
        <a:srgbClr val="00B0F0"/>
      </a:folHlink>
    </a:clrScheme>
    <a:fontScheme name="Custom 1">
      <a:majorFont>
        <a:latin typeface="TT Firs Neue DemiBold"/>
        <a:ea typeface=""/>
        <a:cs typeface=""/>
      </a:majorFont>
      <a:minorFont>
        <a:latin typeface="TT Firs Neu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Специальное оформление">
  <a:themeElements>
    <a:clrScheme name="IThub Colors and Shades">
      <a:dk1>
        <a:srgbClr val="1E1E1E"/>
      </a:dk1>
      <a:lt1>
        <a:srgbClr val="F3F3F3"/>
      </a:lt1>
      <a:dk2>
        <a:srgbClr val="1E1E1E"/>
      </a:dk2>
      <a:lt2>
        <a:srgbClr val="F3F3F3"/>
      </a:lt2>
      <a:accent1>
        <a:srgbClr val="9A33F4"/>
      </a:accent1>
      <a:accent2>
        <a:srgbClr val="AA01E9"/>
      </a:accent2>
      <a:accent3>
        <a:srgbClr val="9532EC"/>
      </a:accent3>
      <a:accent4>
        <a:srgbClr val="802ACA"/>
      </a:accent4>
      <a:accent5>
        <a:srgbClr val="6A23A8"/>
      </a:accent5>
      <a:accent6>
        <a:srgbClr val="6A23A8"/>
      </a:accent6>
      <a:hlink>
        <a:srgbClr val="00B0F0"/>
      </a:hlink>
      <a:folHlink>
        <a:srgbClr val="00B0F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1684</TotalTime>
  <Words>1222</Words>
  <Application>Microsoft Office PowerPoint</Application>
  <PresentationFormat>Широкоэкранный</PresentationFormat>
  <Paragraphs>361</Paragraphs>
  <Slides>22</Slides>
  <Notes>11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Arial</vt:lpstr>
      <vt:lpstr>Calibri</vt:lpstr>
      <vt:lpstr>TT Firs Neue</vt:lpstr>
      <vt:lpstr>1_Специальное оформление</vt:lpstr>
      <vt:lpstr>2_Специальное оформление</vt:lpstr>
      <vt:lpstr>3_Специальное оформление</vt:lpstr>
      <vt:lpstr>5_Специальное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ФЛИНТОГИНБЛОК</dc:creator>
  <cp:lastModifiedBy>Retr0 Gamer01</cp:lastModifiedBy>
  <cp:revision>103</cp:revision>
  <dcterms:created xsi:type="dcterms:W3CDTF">2025-01-23T12:46:05Z</dcterms:created>
  <dcterms:modified xsi:type="dcterms:W3CDTF">2026-04-17T10:21:28Z</dcterms:modified>
</cp:coreProperties>
</file>